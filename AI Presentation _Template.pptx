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13"/>
  </p:notesMasterIdLst>
  <p:sldIdLst>
    <p:sldId id="256" r:id="rId2"/>
    <p:sldId id="257" r:id="rId3"/>
    <p:sldId id="258" r:id="rId4"/>
    <p:sldId id="261" r:id="rId5"/>
    <p:sldId id="263" r:id="rId6"/>
    <p:sldId id="264" r:id="rId7"/>
    <p:sldId id="262" r:id="rId8"/>
    <p:sldId id="272" r:id="rId9"/>
    <p:sldId id="266" r:id="rId10"/>
    <p:sldId id="269" r:id="rId11"/>
    <p:sldId id="271" r:id="rId12"/>
  </p:sldIdLst>
  <p:sldSz cx="9144000" cy="5143500" type="screen16x9"/>
  <p:notesSz cx="6858000" cy="9144000"/>
  <p:embeddedFontLst>
    <p:embeddedFont>
      <p:font typeface="Roboto" panose="02000000000000000000" pitchFamily="2" charset="0"/>
      <p:regular r:id="rId14"/>
      <p:bold r:id="rId15"/>
      <p:italic r:id="rId16"/>
      <p:boldItalic r:id="rId17"/>
    </p:embeddedFont>
    <p:embeddedFont>
      <p:font typeface="Tw Cen MT Condensed Extra Bold" panose="020B0803020202020204" pitchFamily="34" charset="0"/>
      <p:regular r:id="rId1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iTvT/Wf1raXcda39rXPNcZnZO0R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8C8D27C-A192-459B-8885-E0B3405FB502}" v="7" dt="2026-02-03T04:25:12.565"/>
  </p1510:revLst>
</p1510:revInfo>
</file>

<file path=ppt/tableStyles.xml><?xml version="1.0" encoding="utf-8"?>
<a:tblStyleLst xmlns:a="http://schemas.openxmlformats.org/drawingml/2006/main" def="{9B6796B8-D6E0-4227-9EB3-2520F171EB21}">
  <a:tblStyle styleId="{9B6796B8-D6E0-4227-9EB3-2520F171EB21}"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C7A810B6-CB6A-4494-85BC-6B32A5137F1E}"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1" d="100"/>
          <a:sy n="111" d="100"/>
        </p:scale>
        <p:origin x="634" y="77"/>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font" Target="fonts/font3.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font" Target="fonts/font2.fntdata"/><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7" Type="http://customschemas.google.com/relationships/presentationmetadata" Target="metadata"/><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vaneeth Bhaskar" userId="44142ed99805f041" providerId="LiveId" clId="{15B80503-C084-4CED-8D20-BA9AEB79B8F6}"/>
    <pc:docChg chg="undo custSel addSld delSld modSld sldOrd modMainMaster">
      <pc:chgData name="Navaneeth Bhaskar" userId="44142ed99805f041" providerId="LiveId" clId="{15B80503-C084-4CED-8D20-BA9AEB79B8F6}" dt="2026-02-03T04:39:15.843" v="328" actId="14100"/>
      <pc:docMkLst>
        <pc:docMk/>
      </pc:docMkLst>
      <pc:sldChg chg="modSp mod setBg">
        <pc:chgData name="Navaneeth Bhaskar" userId="44142ed99805f041" providerId="LiveId" clId="{15B80503-C084-4CED-8D20-BA9AEB79B8F6}" dt="2026-02-03T04:39:15.843" v="328" actId="14100"/>
        <pc:sldMkLst>
          <pc:docMk/>
          <pc:sldMk cId="0" sldId="256"/>
        </pc:sldMkLst>
        <pc:spChg chg="mod">
          <ac:chgData name="Navaneeth Bhaskar" userId="44142ed99805f041" providerId="LiveId" clId="{15B80503-C084-4CED-8D20-BA9AEB79B8F6}" dt="2026-02-03T04:39:11.043" v="327" actId="14100"/>
          <ac:spMkLst>
            <pc:docMk/>
            <pc:sldMk cId="0" sldId="256"/>
            <ac:spMk id="66" creationId="{00000000-0000-0000-0000-000000000000}"/>
          </ac:spMkLst>
        </pc:spChg>
        <pc:spChg chg="mod">
          <ac:chgData name="Navaneeth Bhaskar" userId="44142ed99805f041" providerId="LiveId" clId="{15B80503-C084-4CED-8D20-BA9AEB79B8F6}" dt="2026-02-03T04:39:15.843" v="328" actId="14100"/>
          <ac:spMkLst>
            <pc:docMk/>
            <pc:sldMk cId="0" sldId="256"/>
            <ac:spMk id="69" creationId="{00000000-0000-0000-0000-000000000000}"/>
          </ac:spMkLst>
        </pc:spChg>
        <pc:spChg chg="mod">
          <ac:chgData name="Navaneeth Bhaskar" userId="44142ed99805f041" providerId="LiveId" clId="{15B80503-C084-4CED-8D20-BA9AEB79B8F6}" dt="2026-02-03T04:34:48.335" v="281" actId="20577"/>
          <ac:spMkLst>
            <pc:docMk/>
            <pc:sldMk cId="0" sldId="256"/>
            <ac:spMk id="70" creationId="{00000000-0000-0000-0000-000000000000}"/>
          </ac:spMkLst>
        </pc:spChg>
        <pc:spChg chg="mod">
          <ac:chgData name="Navaneeth Bhaskar" userId="44142ed99805f041" providerId="LiveId" clId="{15B80503-C084-4CED-8D20-BA9AEB79B8F6}" dt="2026-02-03T04:34:55.972" v="283" actId="120"/>
          <ac:spMkLst>
            <pc:docMk/>
            <pc:sldMk cId="0" sldId="256"/>
            <ac:spMk id="71" creationId="{00000000-0000-0000-0000-000000000000}"/>
          </ac:spMkLst>
        </pc:spChg>
      </pc:sldChg>
      <pc:sldChg chg="modSp mod setBg">
        <pc:chgData name="Navaneeth Bhaskar" userId="44142ed99805f041" providerId="LiveId" clId="{15B80503-C084-4CED-8D20-BA9AEB79B8F6}" dt="2026-02-03T04:31:29.481" v="240" actId="20577"/>
        <pc:sldMkLst>
          <pc:docMk/>
          <pc:sldMk cId="0" sldId="257"/>
        </pc:sldMkLst>
        <pc:spChg chg="mod">
          <ac:chgData name="Navaneeth Bhaskar" userId="44142ed99805f041" providerId="LiveId" clId="{15B80503-C084-4CED-8D20-BA9AEB79B8F6}" dt="2026-02-03T04:31:29.481" v="240" actId="20577"/>
          <ac:spMkLst>
            <pc:docMk/>
            <pc:sldMk cId="0" sldId="257"/>
            <ac:spMk id="79" creationId="{00000000-0000-0000-0000-000000000000}"/>
          </ac:spMkLst>
        </pc:spChg>
      </pc:sldChg>
      <pc:sldChg chg="modSp mod">
        <pc:chgData name="Navaneeth Bhaskar" userId="44142ed99805f041" providerId="LiveId" clId="{15B80503-C084-4CED-8D20-BA9AEB79B8F6}" dt="2026-02-03T04:35:57.719" v="286" actId="123"/>
        <pc:sldMkLst>
          <pc:docMk/>
          <pc:sldMk cId="0" sldId="258"/>
        </pc:sldMkLst>
        <pc:spChg chg="mod">
          <ac:chgData name="Navaneeth Bhaskar" userId="44142ed99805f041" providerId="LiveId" clId="{15B80503-C084-4CED-8D20-BA9AEB79B8F6}" dt="2026-02-03T04:35:57.719" v="286" actId="123"/>
          <ac:spMkLst>
            <pc:docMk/>
            <pc:sldMk cId="0" sldId="258"/>
            <ac:spMk id="86" creationId="{00000000-0000-0000-0000-000000000000}"/>
          </ac:spMkLst>
        </pc:spChg>
      </pc:sldChg>
      <pc:sldChg chg="del">
        <pc:chgData name="Navaneeth Bhaskar" userId="44142ed99805f041" providerId="LiveId" clId="{15B80503-C084-4CED-8D20-BA9AEB79B8F6}" dt="2026-02-03T04:29:34.267" v="226" actId="2696"/>
        <pc:sldMkLst>
          <pc:docMk/>
          <pc:sldMk cId="0" sldId="259"/>
        </pc:sldMkLst>
      </pc:sldChg>
      <pc:sldChg chg="del">
        <pc:chgData name="Navaneeth Bhaskar" userId="44142ed99805f041" providerId="LiveId" clId="{15B80503-C084-4CED-8D20-BA9AEB79B8F6}" dt="2026-02-03T04:29:37.818" v="227" actId="2696"/>
        <pc:sldMkLst>
          <pc:docMk/>
          <pc:sldMk cId="0" sldId="260"/>
        </pc:sldMkLst>
      </pc:sldChg>
      <pc:sldChg chg="modSp mod ord">
        <pc:chgData name="Navaneeth Bhaskar" userId="44142ed99805f041" providerId="LiveId" clId="{15B80503-C084-4CED-8D20-BA9AEB79B8F6}" dt="2026-02-03T04:36:24.507" v="301" actId="1038"/>
        <pc:sldMkLst>
          <pc:docMk/>
          <pc:sldMk cId="0" sldId="264"/>
        </pc:sldMkLst>
        <pc:spChg chg="mod">
          <ac:chgData name="Navaneeth Bhaskar" userId="44142ed99805f041" providerId="LiveId" clId="{15B80503-C084-4CED-8D20-BA9AEB79B8F6}" dt="2026-02-03T04:36:24.507" v="301" actId="1038"/>
          <ac:spMkLst>
            <pc:docMk/>
            <pc:sldMk cId="0" sldId="264"/>
            <ac:spMk id="132" creationId="{00000000-0000-0000-0000-000000000000}"/>
          </ac:spMkLst>
        </pc:spChg>
      </pc:sldChg>
      <pc:sldChg chg="modSp mod">
        <pc:chgData name="Navaneeth Bhaskar" userId="44142ed99805f041" providerId="LiveId" clId="{15B80503-C084-4CED-8D20-BA9AEB79B8F6}" dt="2026-02-03T04:30:55.617" v="236" actId="20577"/>
        <pc:sldMkLst>
          <pc:docMk/>
          <pc:sldMk cId="0" sldId="266"/>
        </pc:sldMkLst>
        <pc:spChg chg="mod">
          <ac:chgData name="Navaneeth Bhaskar" userId="44142ed99805f041" providerId="LiveId" clId="{15B80503-C084-4CED-8D20-BA9AEB79B8F6}" dt="2026-02-03T04:30:55.617" v="236" actId="20577"/>
          <ac:spMkLst>
            <pc:docMk/>
            <pc:sldMk cId="0" sldId="266"/>
            <ac:spMk id="146" creationId="{00000000-0000-0000-0000-000000000000}"/>
          </ac:spMkLst>
        </pc:spChg>
        <pc:spChg chg="mod">
          <ac:chgData name="Navaneeth Bhaskar" userId="44142ed99805f041" providerId="LiveId" clId="{15B80503-C084-4CED-8D20-BA9AEB79B8F6}" dt="2026-02-03T04:30:48.957" v="232"/>
          <ac:spMkLst>
            <pc:docMk/>
            <pc:sldMk cId="0" sldId="266"/>
            <ac:spMk id="148" creationId="{00000000-0000-0000-0000-000000000000}"/>
          </ac:spMkLst>
        </pc:spChg>
      </pc:sldChg>
      <pc:sldChg chg="del">
        <pc:chgData name="Navaneeth Bhaskar" userId="44142ed99805f041" providerId="LiveId" clId="{15B80503-C084-4CED-8D20-BA9AEB79B8F6}" dt="2026-02-03T04:30:33" v="231" actId="2696"/>
        <pc:sldMkLst>
          <pc:docMk/>
          <pc:sldMk cId="0" sldId="268"/>
        </pc:sldMkLst>
      </pc:sldChg>
      <pc:sldChg chg="modSp mod">
        <pc:chgData name="Navaneeth Bhaskar" userId="44142ed99805f041" providerId="LiveId" clId="{15B80503-C084-4CED-8D20-BA9AEB79B8F6}" dt="2026-02-03T04:31:03.164" v="237" actId="20577"/>
        <pc:sldMkLst>
          <pc:docMk/>
          <pc:sldMk cId="0" sldId="269"/>
        </pc:sldMkLst>
        <pc:spChg chg="mod">
          <ac:chgData name="Navaneeth Bhaskar" userId="44142ed99805f041" providerId="LiveId" clId="{15B80503-C084-4CED-8D20-BA9AEB79B8F6}" dt="2026-02-03T04:31:03.164" v="237" actId="20577"/>
          <ac:spMkLst>
            <pc:docMk/>
            <pc:sldMk cId="0" sldId="269"/>
            <ac:spMk id="167" creationId="{00000000-0000-0000-0000-000000000000}"/>
          </ac:spMkLst>
        </pc:spChg>
      </pc:sldChg>
      <pc:sldChg chg="del">
        <pc:chgData name="Navaneeth Bhaskar" userId="44142ed99805f041" providerId="LiveId" clId="{15B80503-C084-4CED-8D20-BA9AEB79B8F6}" dt="2026-02-03T04:30:18.856" v="230" actId="2696"/>
        <pc:sldMkLst>
          <pc:docMk/>
          <pc:sldMk cId="0" sldId="270"/>
        </pc:sldMkLst>
      </pc:sldChg>
      <pc:sldChg chg="modSp mod">
        <pc:chgData name="Navaneeth Bhaskar" userId="44142ed99805f041" providerId="LiveId" clId="{15B80503-C084-4CED-8D20-BA9AEB79B8F6}" dt="2026-02-03T04:30:09.533" v="229" actId="207"/>
        <pc:sldMkLst>
          <pc:docMk/>
          <pc:sldMk cId="0" sldId="271"/>
        </pc:sldMkLst>
        <pc:spChg chg="mod">
          <ac:chgData name="Navaneeth Bhaskar" userId="44142ed99805f041" providerId="LiveId" clId="{15B80503-C084-4CED-8D20-BA9AEB79B8F6}" dt="2026-02-03T04:30:09.533" v="229" actId="207"/>
          <ac:spMkLst>
            <pc:docMk/>
            <pc:sldMk cId="0" sldId="271"/>
            <ac:spMk id="182" creationId="{00000000-0000-0000-0000-000000000000}"/>
          </ac:spMkLst>
        </pc:spChg>
      </pc:sldChg>
      <pc:sldChg chg="del">
        <pc:chgData name="Navaneeth Bhaskar" userId="44142ed99805f041" providerId="LiveId" clId="{15B80503-C084-4CED-8D20-BA9AEB79B8F6}" dt="2026-02-03T04:29:52.807" v="228" actId="2696"/>
        <pc:sldMkLst>
          <pc:docMk/>
          <pc:sldMk cId="2360627380" sldId="272"/>
        </pc:sldMkLst>
      </pc:sldChg>
      <pc:sldChg chg="modSp add mod">
        <pc:chgData name="Navaneeth Bhaskar" userId="44142ed99805f041" providerId="LiveId" clId="{15B80503-C084-4CED-8D20-BA9AEB79B8F6}" dt="2026-02-03T04:36:49.214" v="318" actId="20577"/>
        <pc:sldMkLst>
          <pc:docMk/>
          <pc:sldMk cId="4092337305" sldId="272"/>
        </pc:sldMkLst>
        <pc:spChg chg="mod">
          <ac:chgData name="Navaneeth Bhaskar" userId="44142ed99805f041" providerId="LiveId" clId="{15B80503-C084-4CED-8D20-BA9AEB79B8F6}" dt="2026-02-03T04:36:49.214" v="318" actId="20577"/>
          <ac:spMkLst>
            <pc:docMk/>
            <pc:sldMk cId="4092337305" sldId="272"/>
            <ac:spMk id="117" creationId="{19FFD8B0-9289-A95A-B3AF-78F3F1CEA8BA}"/>
          </ac:spMkLst>
        </pc:spChg>
      </pc:sldChg>
      <pc:sldMasterChg chg="setBg modSldLayout">
        <pc:chgData name="Navaneeth Bhaskar" userId="44142ed99805f041" providerId="LiveId" clId="{15B80503-C084-4CED-8D20-BA9AEB79B8F6}" dt="2026-02-03T04:25:12.565" v="51"/>
        <pc:sldMasterMkLst>
          <pc:docMk/>
          <pc:sldMasterMk cId="0" sldId="2147483648"/>
        </pc:sldMasterMkLst>
        <pc:sldLayoutChg chg="setBg">
          <pc:chgData name="Navaneeth Bhaskar" userId="44142ed99805f041" providerId="LiveId" clId="{15B80503-C084-4CED-8D20-BA9AEB79B8F6}" dt="2026-02-03T04:25:12.565" v="51"/>
          <pc:sldLayoutMkLst>
            <pc:docMk/>
            <pc:sldMasterMk cId="0" sldId="2147483648"/>
            <pc:sldLayoutMk cId="0" sldId="2147483649"/>
          </pc:sldLayoutMkLst>
        </pc:sldLayoutChg>
        <pc:sldLayoutChg chg="setBg">
          <pc:chgData name="Navaneeth Bhaskar" userId="44142ed99805f041" providerId="LiveId" clId="{15B80503-C084-4CED-8D20-BA9AEB79B8F6}" dt="2026-02-03T04:25:12.565" v="51"/>
          <pc:sldLayoutMkLst>
            <pc:docMk/>
            <pc:sldMasterMk cId="0" sldId="2147483648"/>
            <pc:sldLayoutMk cId="0" sldId="2147483650"/>
          </pc:sldLayoutMkLst>
        </pc:sldLayoutChg>
        <pc:sldLayoutChg chg="setBg">
          <pc:chgData name="Navaneeth Bhaskar" userId="44142ed99805f041" providerId="LiveId" clId="{15B80503-C084-4CED-8D20-BA9AEB79B8F6}" dt="2026-02-03T04:25:12.565" v="51"/>
          <pc:sldLayoutMkLst>
            <pc:docMk/>
            <pc:sldMasterMk cId="0" sldId="2147483648"/>
            <pc:sldLayoutMk cId="0" sldId="2147483651"/>
          </pc:sldLayoutMkLst>
        </pc:sldLayoutChg>
        <pc:sldLayoutChg chg="setBg">
          <pc:chgData name="Navaneeth Bhaskar" userId="44142ed99805f041" providerId="LiveId" clId="{15B80503-C084-4CED-8D20-BA9AEB79B8F6}" dt="2026-02-03T04:25:12.565" v="51"/>
          <pc:sldLayoutMkLst>
            <pc:docMk/>
            <pc:sldMasterMk cId="0" sldId="2147483648"/>
            <pc:sldLayoutMk cId="0" sldId="2147483652"/>
          </pc:sldLayoutMkLst>
        </pc:sldLayoutChg>
        <pc:sldLayoutChg chg="setBg">
          <pc:chgData name="Navaneeth Bhaskar" userId="44142ed99805f041" providerId="LiveId" clId="{15B80503-C084-4CED-8D20-BA9AEB79B8F6}" dt="2026-02-03T04:25:12.565" v="51"/>
          <pc:sldLayoutMkLst>
            <pc:docMk/>
            <pc:sldMasterMk cId="0" sldId="2147483648"/>
            <pc:sldLayoutMk cId="0" sldId="2147483653"/>
          </pc:sldLayoutMkLst>
        </pc:sldLayoutChg>
        <pc:sldLayoutChg chg="setBg">
          <pc:chgData name="Navaneeth Bhaskar" userId="44142ed99805f041" providerId="LiveId" clId="{15B80503-C084-4CED-8D20-BA9AEB79B8F6}" dt="2026-02-03T04:25:12.565" v="51"/>
          <pc:sldLayoutMkLst>
            <pc:docMk/>
            <pc:sldMasterMk cId="0" sldId="2147483648"/>
            <pc:sldLayoutMk cId="0" sldId="2147483654"/>
          </pc:sldLayoutMkLst>
        </pc:sldLayoutChg>
        <pc:sldLayoutChg chg="setBg">
          <pc:chgData name="Navaneeth Bhaskar" userId="44142ed99805f041" providerId="LiveId" clId="{15B80503-C084-4CED-8D20-BA9AEB79B8F6}" dt="2026-02-03T04:25:12.565" v="51"/>
          <pc:sldLayoutMkLst>
            <pc:docMk/>
            <pc:sldMasterMk cId="0" sldId="2147483648"/>
            <pc:sldLayoutMk cId="0" sldId="2147483655"/>
          </pc:sldLayoutMkLst>
        </pc:sldLayoutChg>
        <pc:sldLayoutChg chg="setBg">
          <pc:chgData name="Navaneeth Bhaskar" userId="44142ed99805f041" providerId="LiveId" clId="{15B80503-C084-4CED-8D20-BA9AEB79B8F6}" dt="2026-02-03T04:25:12.565" v="51"/>
          <pc:sldLayoutMkLst>
            <pc:docMk/>
            <pc:sldMasterMk cId="0" sldId="2147483648"/>
            <pc:sldLayoutMk cId="0" sldId="2147483656"/>
          </pc:sldLayoutMkLst>
        </pc:sldLayoutChg>
        <pc:sldLayoutChg chg="setBg">
          <pc:chgData name="Navaneeth Bhaskar" userId="44142ed99805f041" providerId="LiveId" clId="{15B80503-C084-4CED-8D20-BA9AEB79B8F6}" dt="2026-02-03T04:25:12.565" v="51"/>
          <pc:sldLayoutMkLst>
            <pc:docMk/>
            <pc:sldMasterMk cId="0" sldId="2147483648"/>
            <pc:sldLayoutMk cId="0" sldId="2147483657"/>
          </pc:sldLayoutMkLst>
        </pc:sldLayoutChg>
        <pc:sldLayoutChg chg="setBg">
          <pc:chgData name="Navaneeth Bhaskar" userId="44142ed99805f041" providerId="LiveId" clId="{15B80503-C084-4CED-8D20-BA9AEB79B8F6}" dt="2026-02-03T04:25:12.565" v="51"/>
          <pc:sldLayoutMkLst>
            <pc:docMk/>
            <pc:sldMasterMk cId="0" sldId="2147483648"/>
            <pc:sldLayoutMk cId="0" sldId="2147483658"/>
          </pc:sldLayoutMkLst>
        </pc:sldLayoutChg>
        <pc:sldLayoutChg chg="setBg">
          <pc:chgData name="Navaneeth Bhaskar" userId="44142ed99805f041" providerId="LiveId" clId="{15B80503-C084-4CED-8D20-BA9AEB79B8F6}" dt="2026-02-03T04:25:12.565" v="51"/>
          <pc:sldLayoutMkLst>
            <pc:docMk/>
            <pc:sldMasterMk cId="0" sldId="2147483648"/>
            <pc:sldLayoutMk cId="0" sldId="2147483659"/>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1pPr>
            <a:lvl2pPr marL="914400" marR="0" lvl="1"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2pPr>
            <a:lvl3pPr marL="1371600" marR="0" lvl="2"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3pPr>
            <a:lvl4pPr marL="1828800" marR="0" lvl="3"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4pPr>
            <a:lvl5pPr marL="2286000" marR="0" lvl="4"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5pPr>
            <a:lvl6pPr marL="2743200" marR="0" lvl="5"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6pPr>
            <a:lvl7pPr marL="3200400" marR="0" lvl="6"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7pPr>
            <a:lvl8pPr marL="3657600" marR="0" lvl="7"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8pPr>
            <a:lvl9pPr marL="4114800" marR="0" lvl="8"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4" name="Google Shape;64;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6" name="Google Shape;76;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4" name="Google Shape;84;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7" name="Google Shape;107;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1" name="Google Shape;121;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8" name="Google Shape;128;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4" name="Google Shape;114;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a:extLst>
            <a:ext uri="{FF2B5EF4-FFF2-40B4-BE49-F238E27FC236}">
              <a16:creationId xmlns:a16="http://schemas.microsoft.com/office/drawing/2014/main" id="{CFAF6A17-CDFA-08B4-6316-571E157B5433}"/>
            </a:ext>
          </a:extLst>
        </p:cNvPr>
        <p:cNvGrpSpPr/>
        <p:nvPr/>
      </p:nvGrpSpPr>
      <p:grpSpPr>
        <a:xfrm>
          <a:off x="0" y="0"/>
          <a:ext cx="0" cy="0"/>
          <a:chOff x="0" y="0"/>
          <a:chExt cx="0" cy="0"/>
        </a:xfrm>
      </p:grpSpPr>
      <p:sp>
        <p:nvSpPr>
          <p:cNvPr id="113" name="Google Shape;113;p8:notes">
            <a:extLst>
              <a:ext uri="{FF2B5EF4-FFF2-40B4-BE49-F238E27FC236}">
                <a16:creationId xmlns:a16="http://schemas.microsoft.com/office/drawing/2014/main" id="{A43C359C-E552-66FD-0DD4-A5B27B60CB7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4" name="Google Shape;114;p8:notes">
            <a:extLst>
              <a:ext uri="{FF2B5EF4-FFF2-40B4-BE49-F238E27FC236}">
                <a16:creationId xmlns:a16="http://schemas.microsoft.com/office/drawing/2014/main" id="{28288DEF-E5F6-3441-1FC1-04378763F95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dirty="0"/>
          </a:p>
        </p:txBody>
      </p:sp>
    </p:spTree>
    <p:extLst>
      <p:ext uri="{BB962C8B-B14F-4D97-AF65-F5344CB8AC3E}">
        <p14:creationId xmlns:p14="http://schemas.microsoft.com/office/powerpoint/2010/main" val="42496817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4" name="Google Shape;144;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5" name="Google Shape;165;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0" name="Google Shape;180;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9"/>
        <p:cNvGrpSpPr/>
        <p:nvPr/>
      </p:nvGrpSpPr>
      <p:grpSpPr>
        <a:xfrm>
          <a:off x="0" y="0"/>
          <a:ext cx="0" cy="0"/>
          <a:chOff x="0" y="0"/>
          <a:chExt cx="0" cy="0"/>
        </a:xfrm>
      </p:grpSpPr>
      <p:sp>
        <p:nvSpPr>
          <p:cNvPr id="10" name="Google Shape;10;p16"/>
          <p:cNvSpPr/>
          <p:nvPr/>
        </p:nvSpPr>
        <p:spPr>
          <a:xfrm rot="10800000" flipH="1">
            <a:off x="0" y="1686000"/>
            <a:ext cx="9144000" cy="34575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11" name="Google Shape;11;p16"/>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12" name="Google Shape;12;p16"/>
          <p:cNvSpPr txBox="1">
            <a:spLocks noGrp="1"/>
          </p:cNvSpPr>
          <p:nvPr>
            <p:ph type="title"/>
          </p:nvPr>
        </p:nvSpPr>
        <p:spPr>
          <a:xfrm>
            <a:off x="471900" y="738725"/>
            <a:ext cx="8222100" cy="767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3200"/>
              <a:buNone/>
              <a:defRPr/>
            </a:lvl1pPr>
            <a:lvl2pPr lvl="1" algn="l">
              <a:lnSpc>
                <a:spcPct val="100000"/>
              </a:lnSpc>
              <a:spcBef>
                <a:spcPts val="0"/>
              </a:spcBef>
              <a:spcAft>
                <a:spcPts val="0"/>
              </a:spcAft>
              <a:buSzPts val="3200"/>
              <a:buNone/>
              <a:defRPr/>
            </a:lvl2pPr>
            <a:lvl3pPr lvl="2" algn="l">
              <a:lnSpc>
                <a:spcPct val="100000"/>
              </a:lnSpc>
              <a:spcBef>
                <a:spcPts val="0"/>
              </a:spcBef>
              <a:spcAft>
                <a:spcPts val="0"/>
              </a:spcAft>
              <a:buSzPts val="3200"/>
              <a:buNone/>
              <a:defRPr/>
            </a:lvl3pPr>
            <a:lvl4pPr lvl="3" algn="l">
              <a:lnSpc>
                <a:spcPct val="100000"/>
              </a:lnSpc>
              <a:spcBef>
                <a:spcPts val="0"/>
              </a:spcBef>
              <a:spcAft>
                <a:spcPts val="0"/>
              </a:spcAft>
              <a:buSzPts val="3200"/>
              <a:buNone/>
              <a:defRPr/>
            </a:lvl4pPr>
            <a:lvl5pPr lvl="4" algn="l">
              <a:lnSpc>
                <a:spcPct val="100000"/>
              </a:lnSpc>
              <a:spcBef>
                <a:spcPts val="0"/>
              </a:spcBef>
              <a:spcAft>
                <a:spcPts val="0"/>
              </a:spcAft>
              <a:buSzPts val="3200"/>
              <a:buNone/>
              <a:defRPr/>
            </a:lvl5pPr>
            <a:lvl6pPr lvl="5" algn="l">
              <a:lnSpc>
                <a:spcPct val="100000"/>
              </a:lnSpc>
              <a:spcBef>
                <a:spcPts val="0"/>
              </a:spcBef>
              <a:spcAft>
                <a:spcPts val="0"/>
              </a:spcAft>
              <a:buSzPts val="3200"/>
              <a:buNone/>
              <a:defRPr/>
            </a:lvl6pPr>
            <a:lvl7pPr lvl="6" algn="l">
              <a:lnSpc>
                <a:spcPct val="100000"/>
              </a:lnSpc>
              <a:spcBef>
                <a:spcPts val="0"/>
              </a:spcBef>
              <a:spcAft>
                <a:spcPts val="0"/>
              </a:spcAft>
              <a:buSzPts val="3200"/>
              <a:buNone/>
              <a:defRPr/>
            </a:lvl7pPr>
            <a:lvl8pPr lvl="7" algn="l">
              <a:lnSpc>
                <a:spcPct val="100000"/>
              </a:lnSpc>
              <a:spcBef>
                <a:spcPts val="0"/>
              </a:spcBef>
              <a:spcAft>
                <a:spcPts val="0"/>
              </a:spcAft>
              <a:buSzPts val="3200"/>
              <a:buNone/>
              <a:defRPr/>
            </a:lvl8pPr>
            <a:lvl9pPr lvl="8" algn="l">
              <a:lnSpc>
                <a:spcPct val="100000"/>
              </a:lnSpc>
              <a:spcBef>
                <a:spcPts val="0"/>
              </a:spcBef>
              <a:spcAft>
                <a:spcPts val="0"/>
              </a:spcAft>
              <a:buSzPts val="3200"/>
              <a:buNone/>
              <a:defRPr/>
            </a:lvl9pPr>
          </a:lstStyle>
          <a:p>
            <a:endParaRPr/>
          </a:p>
        </p:txBody>
      </p:sp>
      <p:sp>
        <p:nvSpPr>
          <p:cNvPr id="13" name="Google Shape;13;p16"/>
          <p:cNvSpPr txBox="1">
            <a:spLocks noGrp="1"/>
          </p:cNvSpPr>
          <p:nvPr>
            <p:ph type="body" idx="1"/>
          </p:nvPr>
        </p:nvSpPr>
        <p:spPr>
          <a:xfrm>
            <a:off x="471900" y="1919075"/>
            <a:ext cx="8222100" cy="2710200"/>
          </a:xfrm>
          <a:prstGeom prst="rect">
            <a:avLst/>
          </a:prstGeom>
          <a:noFill/>
          <a:ln>
            <a:noFill/>
          </a:ln>
        </p:spPr>
        <p:txBody>
          <a:bodyPr spcFirstLastPara="1" wrap="square" lIns="91425" tIns="91425" rIns="91425" bIns="91425" anchor="t" anchorCtr="0">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
        <p:nvSpPr>
          <p:cNvPr id="14" name="Google Shape;14;p16"/>
          <p:cNvSpPr txBox="1">
            <a:spLocks noGrp="1"/>
          </p:cNvSpPr>
          <p:nvPr>
            <p:ph type="sldNum" idx="12"/>
          </p:nvPr>
        </p:nvSpPr>
        <p:spPr>
          <a:xfrm>
            <a:off x="8523541" y="4695623"/>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5"/>
        <p:cNvGrpSpPr/>
        <p:nvPr/>
      </p:nvGrpSpPr>
      <p:grpSpPr>
        <a:xfrm>
          <a:off x="0" y="0"/>
          <a:ext cx="0" cy="0"/>
          <a:chOff x="0" y="0"/>
          <a:chExt cx="0" cy="0"/>
        </a:xfrm>
      </p:grpSpPr>
      <p:sp>
        <p:nvSpPr>
          <p:cNvPr id="16" name="Google Shape;16;p17"/>
          <p:cNvSpPr/>
          <p:nvPr/>
        </p:nvSpPr>
        <p:spPr>
          <a:xfrm rot="10800000" flipH="1">
            <a:off x="0" y="821933"/>
            <a:ext cx="9144000" cy="4321567"/>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17" name="Google Shape;17;p17"/>
          <p:cNvSpPr txBox="1">
            <a:spLocks noGrp="1"/>
          </p:cNvSpPr>
          <p:nvPr>
            <p:ph type="title"/>
          </p:nvPr>
        </p:nvSpPr>
        <p:spPr>
          <a:xfrm>
            <a:off x="360750" y="224498"/>
            <a:ext cx="8222100" cy="472959"/>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3200"/>
              <a:buNone/>
              <a:defRPr/>
            </a:lvl1pPr>
            <a:lvl2pPr lvl="1" algn="l">
              <a:lnSpc>
                <a:spcPct val="100000"/>
              </a:lnSpc>
              <a:spcBef>
                <a:spcPts val="0"/>
              </a:spcBef>
              <a:spcAft>
                <a:spcPts val="0"/>
              </a:spcAft>
              <a:buSzPts val="3200"/>
              <a:buNone/>
              <a:defRPr/>
            </a:lvl2pPr>
            <a:lvl3pPr lvl="2" algn="l">
              <a:lnSpc>
                <a:spcPct val="100000"/>
              </a:lnSpc>
              <a:spcBef>
                <a:spcPts val="0"/>
              </a:spcBef>
              <a:spcAft>
                <a:spcPts val="0"/>
              </a:spcAft>
              <a:buSzPts val="3200"/>
              <a:buNone/>
              <a:defRPr/>
            </a:lvl3pPr>
            <a:lvl4pPr lvl="3" algn="l">
              <a:lnSpc>
                <a:spcPct val="100000"/>
              </a:lnSpc>
              <a:spcBef>
                <a:spcPts val="0"/>
              </a:spcBef>
              <a:spcAft>
                <a:spcPts val="0"/>
              </a:spcAft>
              <a:buSzPts val="3200"/>
              <a:buNone/>
              <a:defRPr/>
            </a:lvl4pPr>
            <a:lvl5pPr lvl="4" algn="l">
              <a:lnSpc>
                <a:spcPct val="100000"/>
              </a:lnSpc>
              <a:spcBef>
                <a:spcPts val="0"/>
              </a:spcBef>
              <a:spcAft>
                <a:spcPts val="0"/>
              </a:spcAft>
              <a:buSzPts val="3200"/>
              <a:buNone/>
              <a:defRPr/>
            </a:lvl5pPr>
            <a:lvl6pPr lvl="5" algn="l">
              <a:lnSpc>
                <a:spcPct val="100000"/>
              </a:lnSpc>
              <a:spcBef>
                <a:spcPts val="0"/>
              </a:spcBef>
              <a:spcAft>
                <a:spcPts val="0"/>
              </a:spcAft>
              <a:buSzPts val="3200"/>
              <a:buNone/>
              <a:defRPr/>
            </a:lvl6pPr>
            <a:lvl7pPr lvl="6" algn="l">
              <a:lnSpc>
                <a:spcPct val="100000"/>
              </a:lnSpc>
              <a:spcBef>
                <a:spcPts val="0"/>
              </a:spcBef>
              <a:spcAft>
                <a:spcPts val="0"/>
              </a:spcAft>
              <a:buSzPts val="3200"/>
              <a:buNone/>
              <a:defRPr/>
            </a:lvl7pPr>
            <a:lvl8pPr lvl="7" algn="l">
              <a:lnSpc>
                <a:spcPct val="100000"/>
              </a:lnSpc>
              <a:spcBef>
                <a:spcPts val="0"/>
              </a:spcBef>
              <a:spcAft>
                <a:spcPts val="0"/>
              </a:spcAft>
              <a:buSzPts val="3200"/>
              <a:buNone/>
              <a:defRPr/>
            </a:lvl8pPr>
            <a:lvl9pPr lvl="8" algn="l">
              <a:lnSpc>
                <a:spcPct val="100000"/>
              </a:lnSpc>
              <a:spcBef>
                <a:spcPts val="0"/>
              </a:spcBef>
              <a:spcAft>
                <a:spcPts val="0"/>
              </a:spcAft>
              <a:buSzPts val="3200"/>
              <a:buNone/>
              <a:defRPr/>
            </a:lvl9pPr>
          </a:lstStyle>
          <a:p>
            <a:endParaRPr/>
          </a:p>
        </p:txBody>
      </p:sp>
      <p:sp>
        <p:nvSpPr>
          <p:cNvPr id="18" name="Google Shape;18;p17"/>
          <p:cNvSpPr txBox="1">
            <a:spLocks noGrp="1"/>
          </p:cNvSpPr>
          <p:nvPr>
            <p:ph type="body" idx="1"/>
          </p:nvPr>
        </p:nvSpPr>
        <p:spPr>
          <a:xfrm>
            <a:off x="471900" y="1232899"/>
            <a:ext cx="3999900" cy="3396376"/>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19" name="Google Shape;19;p17"/>
          <p:cNvSpPr txBox="1">
            <a:spLocks noGrp="1"/>
          </p:cNvSpPr>
          <p:nvPr>
            <p:ph type="body" idx="2"/>
          </p:nvPr>
        </p:nvSpPr>
        <p:spPr>
          <a:xfrm>
            <a:off x="4694250" y="1232899"/>
            <a:ext cx="3999900" cy="3396376"/>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20" name="Google Shape;20;p17"/>
          <p:cNvSpPr txBox="1">
            <a:spLocks noGrp="1"/>
          </p:cNvSpPr>
          <p:nvPr>
            <p:ph type="sldNum" idx="12"/>
          </p:nvPr>
        </p:nvSpPr>
        <p:spPr>
          <a:xfrm>
            <a:off x="8523541" y="4695623"/>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18"/>
          <p:cNvSpPr txBox="1">
            <a:spLocks noGrp="1"/>
          </p:cNvSpPr>
          <p:nvPr>
            <p:ph type="sldNum" idx="12"/>
          </p:nvPr>
        </p:nvSpPr>
        <p:spPr>
          <a:xfrm>
            <a:off x="8523541" y="4695623"/>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3"/>
        <p:cNvGrpSpPr/>
        <p:nvPr/>
      </p:nvGrpSpPr>
      <p:grpSpPr>
        <a:xfrm>
          <a:off x="0" y="0"/>
          <a:ext cx="0" cy="0"/>
          <a:chOff x="0" y="0"/>
          <a:chExt cx="0" cy="0"/>
        </a:xfrm>
      </p:grpSpPr>
      <p:sp>
        <p:nvSpPr>
          <p:cNvPr id="24" name="Google Shape;24;p19"/>
          <p:cNvSpPr/>
          <p:nvPr/>
        </p:nvSpPr>
        <p:spPr>
          <a:xfrm flipH="1">
            <a:off x="8246400" y="4245925"/>
            <a:ext cx="897600" cy="897600"/>
          </a:xfrm>
          <a:prstGeom prst="rtTriangle">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25" name="Google Shape;25;p19"/>
          <p:cNvSpPr/>
          <p:nvPr/>
        </p:nvSpPr>
        <p:spPr>
          <a:xfrm flipH="1">
            <a:off x="8246400" y="4245875"/>
            <a:ext cx="897600" cy="897600"/>
          </a:xfrm>
          <a:prstGeom prst="round1Rect">
            <a:avLst>
              <a:gd name="adj" fmla="val 16667"/>
            </a:avLst>
          </a:prstGeom>
          <a:solidFill>
            <a:schemeClr val="lt1">
              <a:alpha val="67843"/>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26" name="Google Shape;26;p19"/>
          <p:cNvSpPr txBox="1">
            <a:spLocks noGrp="1"/>
          </p:cNvSpPr>
          <p:nvPr>
            <p:ph type="ctrTitle"/>
          </p:nvPr>
        </p:nvSpPr>
        <p:spPr>
          <a:xfrm>
            <a:off x="390525" y="1819275"/>
            <a:ext cx="8222100" cy="9336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27" name="Google Shape;27;p19"/>
          <p:cNvSpPr txBox="1">
            <a:spLocks noGrp="1"/>
          </p:cNvSpPr>
          <p:nvPr>
            <p:ph type="subTitle" idx="1"/>
          </p:nvPr>
        </p:nvSpPr>
        <p:spPr>
          <a:xfrm>
            <a:off x="390525" y="2789130"/>
            <a:ext cx="8222100" cy="4329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lt1"/>
              </a:buClr>
              <a:buSzPts val="1800"/>
              <a:buNone/>
              <a:defRPr>
                <a:solidFill>
                  <a:schemeClr val="lt1"/>
                </a:solidFill>
              </a:defRPr>
            </a:lvl1pPr>
            <a:lvl2pPr lvl="1" algn="l">
              <a:lnSpc>
                <a:spcPct val="100000"/>
              </a:lnSpc>
              <a:spcBef>
                <a:spcPts val="0"/>
              </a:spcBef>
              <a:spcAft>
                <a:spcPts val="0"/>
              </a:spcAft>
              <a:buClr>
                <a:schemeClr val="lt1"/>
              </a:buClr>
              <a:buSzPts val="1800"/>
              <a:buNone/>
              <a:defRPr sz="1800">
                <a:solidFill>
                  <a:schemeClr val="lt1"/>
                </a:solidFill>
              </a:defRPr>
            </a:lvl2pPr>
            <a:lvl3pPr lvl="2" algn="l">
              <a:lnSpc>
                <a:spcPct val="100000"/>
              </a:lnSpc>
              <a:spcBef>
                <a:spcPts val="0"/>
              </a:spcBef>
              <a:spcAft>
                <a:spcPts val="0"/>
              </a:spcAft>
              <a:buClr>
                <a:schemeClr val="lt1"/>
              </a:buClr>
              <a:buSzPts val="1800"/>
              <a:buNone/>
              <a:defRPr sz="1800">
                <a:solidFill>
                  <a:schemeClr val="lt1"/>
                </a:solidFill>
              </a:defRPr>
            </a:lvl3pPr>
            <a:lvl4pPr lvl="3" algn="l">
              <a:lnSpc>
                <a:spcPct val="100000"/>
              </a:lnSpc>
              <a:spcBef>
                <a:spcPts val="0"/>
              </a:spcBef>
              <a:spcAft>
                <a:spcPts val="0"/>
              </a:spcAft>
              <a:buClr>
                <a:schemeClr val="lt1"/>
              </a:buClr>
              <a:buSzPts val="1800"/>
              <a:buNone/>
              <a:defRPr sz="1800">
                <a:solidFill>
                  <a:schemeClr val="lt1"/>
                </a:solidFill>
              </a:defRPr>
            </a:lvl4pPr>
            <a:lvl5pPr lvl="4" algn="l">
              <a:lnSpc>
                <a:spcPct val="100000"/>
              </a:lnSpc>
              <a:spcBef>
                <a:spcPts val="0"/>
              </a:spcBef>
              <a:spcAft>
                <a:spcPts val="0"/>
              </a:spcAft>
              <a:buClr>
                <a:schemeClr val="lt1"/>
              </a:buClr>
              <a:buSzPts val="1800"/>
              <a:buNone/>
              <a:defRPr sz="1800">
                <a:solidFill>
                  <a:schemeClr val="lt1"/>
                </a:solidFill>
              </a:defRPr>
            </a:lvl5pPr>
            <a:lvl6pPr lvl="5" algn="l">
              <a:lnSpc>
                <a:spcPct val="100000"/>
              </a:lnSpc>
              <a:spcBef>
                <a:spcPts val="0"/>
              </a:spcBef>
              <a:spcAft>
                <a:spcPts val="0"/>
              </a:spcAft>
              <a:buClr>
                <a:schemeClr val="lt1"/>
              </a:buClr>
              <a:buSzPts val="1800"/>
              <a:buNone/>
              <a:defRPr sz="1800">
                <a:solidFill>
                  <a:schemeClr val="lt1"/>
                </a:solidFill>
              </a:defRPr>
            </a:lvl6pPr>
            <a:lvl7pPr lvl="6" algn="l">
              <a:lnSpc>
                <a:spcPct val="100000"/>
              </a:lnSpc>
              <a:spcBef>
                <a:spcPts val="0"/>
              </a:spcBef>
              <a:spcAft>
                <a:spcPts val="0"/>
              </a:spcAft>
              <a:buClr>
                <a:schemeClr val="lt1"/>
              </a:buClr>
              <a:buSzPts val="1800"/>
              <a:buNone/>
              <a:defRPr sz="1800">
                <a:solidFill>
                  <a:schemeClr val="lt1"/>
                </a:solidFill>
              </a:defRPr>
            </a:lvl7pPr>
            <a:lvl8pPr lvl="7" algn="l">
              <a:lnSpc>
                <a:spcPct val="100000"/>
              </a:lnSpc>
              <a:spcBef>
                <a:spcPts val="0"/>
              </a:spcBef>
              <a:spcAft>
                <a:spcPts val="0"/>
              </a:spcAft>
              <a:buClr>
                <a:schemeClr val="lt1"/>
              </a:buClr>
              <a:buSzPts val="1800"/>
              <a:buNone/>
              <a:defRPr sz="1800">
                <a:solidFill>
                  <a:schemeClr val="lt1"/>
                </a:solidFill>
              </a:defRPr>
            </a:lvl8pPr>
            <a:lvl9pPr lvl="8" algn="l">
              <a:lnSpc>
                <a:spcPct val="100000"/>
              </a:lnSpc>
              <a:spcBef>
                <a:spcPts val="0"/>
              </a:spcBef>
              <a:spcAft>
                <a:spcPts val="0"/>
              </a:spcAft>
              <a:buClr>
                <a:schemeClr val="lt1"/>
              </a:buClr>
              <a:buSzPts val="1800"/>
              <a:buNone/>
              <a:defRPr sz="1800">
                <a:solidFill>
                  <a:schemeClr val="lt1"/>
                </a:solidFill>
              </a:defRPr>
            </a:lvl9pPr>
          </a:lstStyle>
          <a:p>
            <a:endParaRPr/>
          </a:p>
        </p:txBody>
      </p:sp>
      <p:sp>
        <p:nvSpPr>
          <p:cNvPr id="28" name="Google Shape;28;p19"/>
          <p:cNvSpPr txBox="1">
            <a:spLocks noGrp="1"/>
          </p:cNvSpPr>
          <p:nvPr>
            <p:ph type="sldNum" idx="12"/>
          </p:nvPr>
        </p:nvSpPr>
        <p:spPr>
          <a:xfrm>
            <a:off x="8523541" y="4695623"/>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20"/>
          <p:cNvSpPr txBox="1">
            <a:spLocks noGrp="1"/>
          </p:cNvSpPr>
          <p:nvPr>
            <p:ph type="title"/>
          </p:nvPr>
        </p:nvSpPr>
        <p:spPr>
          <a:xfrm>
            <a:off x="460950" y="2065350"/>
            <a:ext cx="8222100" cy="1012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200"/>
              <a:buNone/>
              <a:defRPr sz="4200"/>
            </a:lvl1pPr>
            <a:lvl2pPr lvl="1" algn="l">
              <a:lnSpc>
                <a:spcPct val="100000"/>
              </a:lnSpc>
              <a:spcBef>
                <a:spcPts val="0"/>
              </a:spcBef>
              <a:spcAft>
                <a:spcPts val="0"/>
              </a:spcAft>
              <a:buSzPts val="4200"/>
              <a:buNone/>
              <a:defRPr sz="4200"/>
            </a:lvl2pPr>
            <a:lvl3pPr lvl="2" algn="l">
              <a:lnSpc>
                <a:spcPct val="100000"/>
              </a:lnSpc>
              <a:spcBef>
                <a:spcPts val="0"/>
              </a:spcBef>
              <a:spcAft>
                <a:spcPts val="0"/>
              </a:spcAft>
              <a:buSzPts val="4200"/>
              <a:buNone/>
              <a:defRPr sz="4200"/>
            </a:lvl3pPr>
            <a:lvl4pPr lvl="3" algn="l">
              <a:lnSpc>
                <a:spcPct val="100000"/>
              </a:lnSpc>
              <a:spcBef>
                <a:spcPts val="0"/>
              </a:spcBef>
              <a:spcAft>
                <a:spcPts val="0"/>
              </a:spcAft>
              <a:buSzPts val="4200"/>
              <a:buNone/>
              <a:defRPr sz="4200"/>
            </a:lvl4pPr>
            <a:lvl5pPr lvl="4" algn="l">
              <a:lnSpc>
                <a:spcPct val="100000"/>
              </a:lnSpc>
              <a:spcBef>
                <a:spcPts val="0"/>
              </a:spcBef>
              <a:spcAft>
                <a:spcPts val="0"/>
              </a:spcAft>
              <a:buSzPts val="4200"/>
              <a:buNone/>
              <a:defRPr sz="4200"/>
            </a:lvl5pPr>
            <a:lvl6pPr lvl="5" algn="l">
              <a:lnSpc>
                <a:spcPct val="100000"/>
              </a:lnSpc>
              <a:spcBef>
                <a:spcPts val="0"/>
              </a:spcBef>
              <a:spcAft>
                <a:spcPts val="0"/>
              </a:spcAft>
              <a:buSzPts val="4200"/>
              <a:buNone/>
              <a:defRPr sz="4200"/>
            </a:lvl6pPr>
            <a:lvl7pPr lvl="6" algn="l">
              <a:lnSpc>
                <a:spcPct val="100000"/>
              </a:lnSpc>
              <a:spcBef>
                <a:spcPts val="0"/>
              </a:spcBef>
              <a:spcAft>
                <a:spcPts val="0"/>
              </a:spcAft>
              <a:buSzPts val="4200"/>
              <a:buNone/>
              <a:defRPr sz="4200"/>
            </a:lvl7pPr>
            <a:lvl8pPr lvl="7" algn="l">
              <a:lnSpc>
                <a:spcPct val="100000"/>
              </a:lnSpc>
              <a:spcBef>
                <a:spcPts val="0"/>
              </a:spcBef>
              <a:spcAft>
                <a:spcPts val="0"/>
              </a:spcAft>
              <a:buSzPts val="4200"/>
              <a:buNone/>
              <a:defRPr sz="4200"/>
            </a:lvl8pPr>
            <a:lvl9pPr lvl="8" algn="l">
              <a:lnSpc>
                <a:spcPct val="100000"/>
              </a:lnSpc>
              <a:spcBef>
                <a:spcPts val="0"/>
              </a:spcBef>
              <a:spcAft>
                <a:spcPts val="0"/>
              </a:spcAft>
              <a:buSzPts val="4200"/>
              <a:buNone/>
              <a:defRPr sz="4200"/>
            </a:lvl9pPr>
          </a:lstStyle>
          <a:p>
            <a:endParaRPr/>
          </a:p>
        </p:txBody>
      </p:sp>
      <p:sp>
        <p:nvSpPr>
          <p:cNvPr id="31" name="Google Shape;31;p20"/>
          <p:cNvSpPr txBox="1">
            <a:spLocks noGrp="1"/>
          </p:cNvSpPr>
          <p:nvPr>
            <p:ph type="sldNum" idx="12"/>
          </p:nvPr>
        </p:nvSpPr>
        <p:spPr>
          <a:xfrm>
            <a:off x="8523541" y="4695623"/>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2"/>
        <p:cNvGrpSpPr/>
        <p:nvPr/>
      </p:nvGrpSpPr>
      <p:grpSpPr>
        <a:xfrm>
          <a:off x="0" y="0"/>
          <a:ext cx="0" cy="0"/>
          <a:chOff x="0" y="0"/>
          <a:chExt cx="0" cy="0"/>
        </a:xfrm>
      </p:grpSpPr>
      <p:sp>
        <p:nvSpPr>
          <p:cNvPr id="33" name="Google Shape;33;p21"/>
          <p:cNvSpPr/>
          <p:nvPr/>
        </p:nvSpPr>
        <p:spPr>
          <a:xfrm rot="10800000" flipH="1">
            <a:off x="0" y="656400"/>
            <a:ext cx="9144000" cy="44871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34" name="Google Shape;34;p21"/>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35" name="Google Shape;35;p21"/>
          <p:cNvSpPr txBox="1">
            <a:spLocks noGrp="1"/>
          </p:cNvSpPr>
          <p:nvPr>
            <p:ph type="title"/>
          </p:nvPr>
        </p:nvSpPr>
        <p:spPr>
          <a:xfrm>
            <a:off x="98250" y="16350"/>
            <a:ext cx="8826600" cy="6027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1800"/>
              <a:buNone/>
              <a:defRPr sz="1800"/>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a:endParaRPr dirty="0"/>
          </a:p>
        </p:txBody>
      </p:sp>
      <p:sp>
        <p:nvSpPr>
          <p:cNvPr id="36" name="Google Shape;36;p21"/>
          <p:cNvSpPr txBox="1">
            <a:spLocks noGrp="1"/>
          </p:cNvSpPr>
          <p:nvPr>
            <p:ph type="sldNum" idx="12"/>
          </p:nvPr>
        </p:nvSpPr>
        <p:spPr>
          <a:xfrm>
            <a:off x="8523541" y="4695623"/>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7"/>
        <p:cNvGrpSpPr/>
        <p:nvPr/>
      </p:nvGrpSpPr>
      <p:grpSpPr>
        <a:xfrm>
          <a:off x="0" y="0"/>
          <a:ext cx="0" cy="0"/>
          <a:chOff x="0" y="0"/>
          <a:chExt cx="0" cy="0"/>
        </a:xfrm>
      </p:grpSpPr>
      <p:sp>
        <p:nvSpPr>
          <p:cNvPr id="38" name="Google Shape;38;p22"/>
          <p:cNvSpPr txBox="1"/>
          <p:nvPr/>
        </p:nvSpPr>
        <p:spPr>
          <a:xfrm rot="10800000" flipH="1">
            <a:off x="3276600" y="25"/>
            <a:ext cx="5867400" cy="51435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39" name="Google Shape;39;p22"/>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40" name="Google Shape;40;p22"/>
          <p:cNvSpPr txBox="1">
            <a:spLocks noGrp="1"/>
          </p:cNvSpPr>
          <p:nvPr>
            <p:ph type="title"/>
          </p:nvPr>
        </p:nvSpPr>
        <p:spPr>
          <a:xfrm>
            <a:off x="226078" y="357800"/>
            <a:ext cx="2808000" cy="9534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41" name="Google Shape;41;p22"/>
          <p:cNvSpPr txBox="1">
            <a:spLocks noGrp="1"/>
          </p:cNvSpPr>
          <p:nvPr>
            <p:ph type="body" idx="1"/>
          </p:nvPr>
        </p:nvSpPr>
        <p:spPr>
          <a:xfrm>
            <a:off x="226075" y="1465800"/>
            <a:ext cx="2808000" cy="3163500"/>
          </a:xfrm>
          <a:prstGeom prst="rect">
            <a:avLst/>
          </a:prstGeom>
          <a:noFill/>
          <a:ln>
            <a:noFill/>
          </a:ln>
        </p:spPr>
        <p:txBody>
          <a:bodyPr spcFirstLastPara="1" wrap="square" lIns="91425" tIns="91425" rIns="91425" bIns="91425" anchor="t" anchorCtr="0">
            <a:noAutofit/>
          </a:bodyPr>
          <a:lstStyle>
            <a:lvl1pPr marL="457200" lvl="0" indent="-304800" algn="l">
              <a:lnSpc>
                <a:spcPct val="115000"/>
              </a:lnSpc>
              <a:spcBef>
                <a:spcPts val="0"/>
              </a:spcBef>
              <a:spcAft>
                <a:spcPts val="0"/>
              </a:spcAft>
              <a:buClr>
                <a:schemeClr val="lt1"/>
              </a:buClr>
              <a:buSzPts val="1200"/>
              <a:buChar char="●"/>
              <a:defRPr sz="1200">
                <a:solidFill>
                  <a:schemeClr val="lt1"/>
                </a:solidFill>
              </a:defRPr>
            </a:lvl1pPr>
            <a:lvl2pPr marL="914400" lvl="1" indent="-304800" algn="l">
              <a:lnSpc>
                <a:spcPct val="115000"/>
              </a:lnSpc>
              <a:spcBef>
                <a:spcPts val="1600"/>
              </a:spcBef>
              <a:spcAft>
                <a:spcPts val="0"/>
              </a:spcAft>
              <a:buClr>
                <a:schemeClr val="lt1"/>
              </a:buClr>
              <a:buSzPts val="1200"/>
              <a:buChar char="○"/>
              <a:defRPr sz="1200">
                <a:solidFill>
                  <a:schemeClr val="lt1"/>
                </a:solidFill>
              </a:defRPr>
            </a:lvl2pPr>
            <a:lvl3pPr marL="1371600" lvl="2" indent="-304800" algn="l">
              <a:lnSpc>
                <a:spcPct val="115000"/>
              </a:lnSpc>
              <a:spcBef>
                <a:spcPts val="1600"/>
              </a:spcBef>
              <a:spcAft>
                <a:spcPts val="0"/>
              </a:spcAft>
              <a:buClr>
                <a:schemeClr val="lt1"/>
              </a:buClr>
              <a:buSzPts val="1200"/>
              <a:buChar char="■"/>
              <a:defRPr sz="1200">
                <a:solidFill>
                  <a:schemeClr val="lt1"/>
                </a:solidFill>
              </a:defRPr>
            </a:lvl3pPr>
            <a:lvl4pPr marL="1828800" lvl="3" indent="-304800" algn="l">
              <a:lnSpc>
                <a:spcPct val="115000"/>
              </a:lnSpc>
              <a:spcBef>
                <a:spcPts val="1600"/>
              </a:spcBef>
              <a:spcAft>
                <a:spcPts val="0"/>
              </a:spcAft>
              <a:buClr>
                <a:schemeClr val="lt1"/>
              </a:buClr>
              <a:buSzPts val="1200"/>
              <a:buChar char="●"/>
              <a:defRPr sz="1200">
                <a:solidFill>
                  <a:schemeClr val="lt1"/>
                </a:solidFill>
              </a:defRPr>
            </a:lvl4pPr>
            <a:lvl5pPr marL="2286000" lvl="4" indent="-304800" algn="l">
              <a:lnSpc>
                <a:spcPct val="115000"/>
              </a:lnSpc>
              <a:spcBef>
                <a:spcPts val="1600"/>
              </a:spcBef>
              <a:spcAft>
                <a:spcPts val="0"/>
              </a:spcAft>
              <a:buClr>
                <a:schemeClr val="lt1"/>
              </a:buClr>
              <a:buSzPts val="1200"/>
              <a:buChar char="○"/>
              <a:defRPr sz="1200">
                <a:solidFill>
                  <a:schemeClr val="lt1"/>
                </a:solidFill>
              </a:defRPr>
            </a:lvl5pPr>
            <a:lvl6pPr marL="2743200" lvl="5" indent="-304800" algn="l">
              <a:lnSpc>
                <a:spcPct val="115000"/>
              </a:lnSpc>
              <a:spcBef>
                <a:spcPts val="1600"/>
              </a:spcBef>
              <a:spcAft>
                <a:spcPts val="0"/>
              </a:spcAft>
              <a:buClr>
                <a:schemeClr val="lt1"/>
              </a:buClr>
              <a:buSzPts val="1200"/>
              <a:buChar char="■"/>
              <a:defRPr sz="1200">
                <a:solidFill>
                  <a:schemeClr val="lt1"/>
                </a:solidFill>
              </a:defRPr>
            </a:lvl6pPr>
            <a:lvl7pPr marL="3200400" lvl="6" indent="-304800" algn="l">
              <a:lnSpc>
                <a:spcPct val="115000"/>
              </a:lnSpc>
              <a:spcBef>
                <a:spcPts val="1600"/>
              </a:spcBef>
              <a:spcAft>
                <a:spcPts val="0"/>
              </a:spcAft>
              <a:buClr>
                <a:schemeClr val="lt1"/>
              </a:buClr>
              <a:buSzPts val="1200"/>
              <a:buChar char="●"/>
              <a:defRPr sz="1200">
                <a:solidFill>
                  <a:schemeClr val="lt1"/>
                </a:solidFill>
              </a:defRPr>
            </a:lvl7pPr>
            <a:lvl8pPr marL="3657600" lvl="7" indent="-304800" algn="l">
              <a:lnSpc>
                <a:spcPct val="115000"/>
              </a:lnSpc>
              <a:spcBef>
                <a:spcPts val="1600"/>
              </a:spcBef>
              <a:spcAft>
                <a:spcPts val="0"/>
              </a:spcAft>
              <a:buClr>
                <a:schemeClr val="lt1"/>
              </a:buClr>
              <a:buSzPts val="1200"/>
              <a:buChar char="○"/>
              <a:defRPr sz="1200">
                <a:solidFill>
                  <a:schemeClr val="lt1"/>
                </a:solidFill>
              </a:defRPr>
            </a:lvl8pPr>
            <a:lvl9pPr marL="4114800" lvl="8" indent="-304800" algn="l">
              <a:lnSpc>
                <a:spcPct val="115000"/>
              </a:lnSpc>
              <a:spcBef>
                <a:spcPts val="1600"/>
              </a:spcBef>
              <a:spcAft>
                <a:spcPts val="1600"/>
              </a:spcAft>
              <a:buClr>
                <a:schemeClr val="lt1"/>
              </a:buClr>
              <a:buSzPts val="1200"/>
              <a:buChar char="■"/>
              <a:defRPr sz="1200">
                <a:solidFill>
                  <a:schemeClr val="lt1"/>
                </a:solidFill>
              </a:defRPr>
            </a:lvl9pPr>
          </a:lstStyle>
          <a:p>
            <a:endParaRPr/>
          </a:p>
        </p:txBody>
      </p:sp>
      <p:sp>
        <p:nvSpPr>
          <p:cNvPr id="42" name="Google Shape;42;p22"/>
          <p:cNvSpPr txBox="1">
            <a:spLocks noGrp="1"/>
          </p:cNvSpPr>
          <p:nvPr>
            <p:ph type="sldNum" idx="12"/>
          </p:nvPr>
        </p:nvSpPr>
        <p:spPr>
          <a:xfrm>
            <a:off x="8523541" y="4695623"/>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3"/>
        <p:cNvGrpSpPr/>
        <p:nvPr/>
      </p:nvGrpSpPr>
      <p:grpSpPr>
        <a:xfrm>
          <a:off x="0" y="0"/>
          <a:ext cx="0" cy="0"/>
          <a:chOff x="0" y="0"/>
          <a:chExt cx="0" cy="0"/>
        </a:xfrm>
      </p:grpSpPr>
      <p:sp>
        <p:nvSpPr>
          <p:cNvPr id="44" name="Google Shape;44;p23"/>
          <p:cNvSpPr txBox="1">
            <a:spLocks noGrp="1"/>
          </p:cNvSpPr>
          <p:nvPr>
            <p:ph type="title"/>
          </p:nvPr>
        </p:nvSpPr>
        <p:spPr>
          <a:xfrm>
            <a:off x="490250" y="488250"/>
            <a:ext cx="6227100" cy="409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6000"/>
              <a:buNone/>
              <a:defRPr sz="6000"/>
            </a:lvl1pPr>
            <a:lvl2pPr lvl="1" algn="l">
              <a:lnSpc>
                <a:spcPct val="100000"/>
              </a:lnSpc>
              <a:spcBef>
                <a:spcPts val="0"/>
              </a:spcBef>
              <a:spcAft>
                <a:spcPts val="0"/>
              </a:spcAft>
              <a:buSzPts val="6000"/>
              <a:buNone/>
              <a:defRPr sz="6000"/>
            </a:lvl2pPr>
            <a:lvl3pPr lvl="2" algn="l">
              <a:lnSpc>
                <a:spcPct val="100000"/>
              </a:lnSpc>
              <a:spcBef>
                <a:spcPts val="0"/>
              </a:spcBef>
              <a:spcAft>
                <a:spcPts val="0"/>
              </a:spcAft>
              <a:buSzPts val="6000"/>
              <a:buNone/>
              <a:defRPr sz="6000"/>
            </a:lvl3pPr>
            <a:lvl4pPr lvl="3" algn="l">
              <a:lnSpc>
                <a:spcPct val="100000"/>
              </a:lnSpc>
              <a:spcBef>
                <a:spcPts val="0"/>
              </a:spcBef>
              <a:spcAft>
                <a:spcPts val="0"/>
              </a:spcAft>
              <a:buSzPts val="6000"/>
              <a:buNone/>
              <a:defRPr sz="6000"/>
            </a:lvl4pPr>
            <a:lvl5pPr lvl="4" algn="l">
              <a:lnSpc>
                <a:spcPct val="100000"/>
              </a:lnSpc>
              <a:spcBef>
                <a:spcPts val="0"/>
              </a:spcBef>
              <a:spcAft>
                <a:spcPts val="0"/>
              </a:spcAft>
              <a:buSzPts val="6000"/>
              <a:buNone/>
              <a:defRPr sz="6000"/>
            </a:lvl5pPr>
            <a:lvl6pPr lvl="5" algn="l">
              <a:lnSpc>
                <a:spcPct val="100000"/>
              </a:lnSpc>
              <a:spcBef>
                <a:spcPts val="0"/>
              </a:spcBef>
              <a:spcAft>
                <a:spcPts val="0"/>
              </a:spcAft>
              <a:buSzPts val="6000"/>
              <a:buNone/>
              <a:defRPr sz="6000"/>
            </a:lvl6pPr>
            <a:lvl7pPr lvl="6" algn="l">
              <a:lnSpc>
                <a:spcPct val="100000"/>
              </a:lnSpc>
              <a:spcBef>
                <a:spcPts val="0"/>
              </a:spcBef>
              <a:spcAft>
                <a:spcPts val="0"/>
              </a:spcAft>
              <a:buSzPts val="6000"/>
              <a:buNone/>
              <a:defRPr sz="6000"/>
            </a:lvl7pPr>
            <a:lvl8pPr lvl="7" algn="l">
              <a:lnSpc>
                <a:spcPct val="100000"/>
              </a:lnSpc>
              <a:spcBef>
                <a:spcPts val="0"/>
              </a:spcBef>
              <a:spcAft>
                <a:spcPts val="0"/>
              </a:spcAft>
              <a:buSzPts val="6000"/>
              <a:buNone/>
              <a:defRPr sz="6000"/>
            </a:lvl8pPr>
            <a:lvl9pPr lvl="8" algn="l">
              <a:lnSpc>
                <a:spcPct val="100000"/>
              </a:lnSpc>
              <a:spcBef>
                <a:spcPts val="0"/>
              </a:spcBef>
              <a:spcAft>
                <a:spcPts val="0"/>
              </a:spcAft>
              <a:buSzPts val="6000"/>
              <a:buNone/>
              <a:defRPr sz="6000"/>
            </a:lvl9pPr>
          </a:lstStyle>
          <a:p>
            <a:endParaRPr/>
          </a:p>
        </p:txBody>
      </p:sp>
      <p:sp>
        <p:nvSpPr>
          <p:cNvPr id="45" name="Google Shape;45;p23"/>
          <p:cNvSpPr txBox="1">
            <a:spLocks noGrp="1"/>
          </p:cNvSpPr>
          <p:nvPr>
            <p:ph type="sldNum" idx="12"/>
          </p:nvPr>
        </p:nvSpPr>
        <p:spPr>
          <a:xfrm>
            <a:off x="8523541" y="4695623"/>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6"/>
        <p:cNvGrpSpPr/>
        <p:nvPr/>
      </p:nvGrpSpPr>
      <p:grpSpPr>
        <a:xfrm>
          <a:off x="0" y="0"/>
          <a:ext cx="0" cy="0"/>
          <a:chOff x="0" y="0"/>
          <a:chExt cx="0" cy="0"/>
        </a:xfrm>
      </p:grpSpPr>
      <p:sp>
        <p:nvSpPr>
          <p:cNvPr id="47" name="Google Shape;47;p24"/>
          <p:cNvSpPr/>
          <p:nvPr/>
        </p:nvSpPr>
        <p:spPr>
          <a:xfrm flipH="1">
            <a:off x="0" y="0"/>
            <a:ext cx="4572000" cy="51435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48" name="Google Shape;48;p24"/>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49" name="Google Shape;49;p24"/>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Clr>
                <a:schemeClr val="dk2"/>
              </a:buClr>
              <a:buSzPts val="4200"/>
              <a:buNone/>
              <a:defRPr sz="4200">
                <a:solidFill>
                  <a:schemeClr val="dk2"/>
                </a:solidFill>
              </a:defRPr>
            </a:lvl1pPr>
            <a:lvl2pPr lvl="1" algn="ctr">
              <a:lnSpc>
                <a:spcPct val="100000"/>
              </a:lnSpc>
              <a:spcBef>
                <a:spcPts val="0"/>
              </a:spcBef>
              <a:spcAft>
                <a:spcPts val="0"/>
              </a:spcAft>
              <a:buClr>
                <a:schemeClr val="dk2"/>
              </a:buClr>
              <a:buSzPts val="4200"/>
              <a:buNone/>
              <a:defRPr sz="4200">
                <a:solidFill>
                  <a:schemeClr val="dk2"/>
                </a:solidFill>
              </a:defRPr>
            </a:lvl2pPr>
            <a:lvl3pPr lvl="2" algn="ctr">
              <a:lnSpc>
                <a:spcPct val="100000"/>
              </a:lnSpc>
              <a:spcBef>
                <a:spcPts val="0"/>
              </a:spcBef>
              <a:spcAft>
                <a:spcPts val="0"/>
              </a:spcAft>
              <a:buClr>
                <a:schemeClr val="dk2"/>
              </a:buClr>
              <a:buSzPts val="4200"/>
              <a:buNone/>
              <a:defRPr sz="4200">
                <a:solidFill>
                  <a:schemeClr val="dk2"/>
                </a:solidFill>
              </a:defRPr>
            </a:lvl3pPr>
            <a:lvl4pPr lvl="3" algn="ctr">
              <a:lnSpc>
                <a:spcPct val="100000"/>
              </a:lnSpc>
              <a:spcBef>
                <a:spcPts val="0"/>
              </a:spcBef>
              <a:spcAft>
                <a:spcPts val="0"/>
              </a:spcAft>
              <a:buClr>
                <a:schemeClr val="dk2"/>
              </a:buClr>
              <a:buSzPts val="4200"/>
              <a:buNone/>
              <a:defRPr sz="4200">
                <a:solidFill>
                  <a:schemeClr val="dk2"/>
                </a:solidFill>
              </a:defRPr>
            </a:lvl4pPr>
            <a:lvl5pPr lvl="4" algn="ctr">
              <a:lnSpc>
                <a:spcPct val="100000"/>
              </a:lnSpc>
              <a:spcBef>
                <a:spcPts val="0"/>
              </a:spcBef>
              <a:spcAft>
                <a:spcPts val="0"/>
              </a:spcAft>
              <a:buClr>
                <a:schemeClr val="dk2"/>
              </a:buClr>
              <a:buSzPts val="4200"/>
              <a:buNone/>
              <a:defRPr sz="4200">
                <a:solidFill>
                  <a:schemeClr val="dk2"/>
                </a:solidFill>
              </a:defRPr>
            </a:lvl5pPr>
            <a:lvl6pPr lvl="5" algn="ctr">
              <a:lnSpc>
                <a:spcPct val="100000"/>
              </a:lnSpc>
              <a:spcBef>
                <a:spcPts val="0"/>
              </a:spcBef>
              <a:spcAft>
                <a:spcPts val="0"/>
              </a:spcAft>
              <a:buClr>
                <a:schemeClr val="dk2"/>
              </a:buClr>
              <a:buSzPts val="4200"/>
              <a:buNone/>
              <a:defRPr sz="4200">
                <a:solidFill>
                  <a:schemeClr val="dk2"/>
                </a:solidFill>
              </a:defRPr>
            </a:lvl6pPr>
            <a:lvl7pPr lvl="6" algn="ctr">
              <a:lnSpc>
                <a:spcPct val="100000"/>
              </a:lnSpc>
              <a:spcBef>
                <a:spcPts val="0"/>
              </a:spcBef>
              <a:spcAft>
                <a:spcPts val="0"/>
              </a:spcAft>
              <a:buClr>
                <a:schemeClr val="dk2"/>
              </a:buClr>
              <a:buSzPts val="4200"/>
              <a:buNone/>
              <a:defRPr sz="4200">
                <a:solidFill>
                  <a:schemeClr val="dk2"/>
                </a:solidFill>
              </a:defRPr>
            </a:lvl7pPr>
            <a:lvl8pPr lvl="7" algn="ctr">
              <a:lnSpc>
                <a:spcPct val="100000"/>
              </a:lnSpc>
              <a:spcBef>
                <a:spcPts val="0"/>
              </a:spcBef>
              <a:spcAft>
                <a:spcPts val="0"/>
              </a:spcAft>
              <a:buClr>
                <a:schemeClr val="dk2"/>
              </a:buClr>
              <a:buSzPts val="4200"/>
              <a:buNone/>
              <a:defRPr sz="4200">
                <a:solidFill>
                  <a:schemeClr val="dk2"/>
                </a:solidFill>
              </a:defRPr>
            </a:lvl8pPr>
            <a:lvl9pPr lvl="8" algn="ctr">
              <a:lnSpc>
                <a:spcPct val="100000"/>
              </a:lnSpc>
              <a:spcBef>
                <a:spcPts val="0"/>
              </a:spcBef>
              <a:spcAft>
                <a:spcPts val="0"/>
              </a:spcAft>
              <a:buClr>
                <a:schemeClr val="dk2"/>
              </a:buClr>
              <a:buSzPts val="4200"/>
              <a:buNone/>
              <a:defRPr sz="4200">
                <a:solidFill>
                  <a:schemeClr val="dk2"/>
                </a:solidFill>
              </a:defRPr>
            </a:lvl9pPr>
          </a:lstStyle>
          <a:p>
            <a:endParaRPr/>
          </a:p>
        </p:txBody>
      </p:sp>
      <p:sp>
        <p:nvSpPr>
          <p:cNvPr id="50" name="Google Shape;50;p24"/>
          <p:cNvSpPr txBox="1">
            <a:spLocks noGrp="1"/>
          </p:cNvSpPr>
          <p:nvPr>
            <p:ph type="subTitle" idx="1"/>
          </p:nvPr>
        </p:nvSpPr>
        <p:spPr>
          <a:xfrm>
            <a:off x="265500" y="2779467"/>
            <a:ext cx="4045200" cy="1235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51" name="Google Shape;51;p24"/>
          <p:cNvSpPr txBox="1">
            <a:spLocks noGrp="1"/>
          </p:cNvSpPr>
          <p:nvPr>
            <p:ph type="body" idx="2"/>
          </p:nvPr>
        </p:nvSpPr>
        <p:spPr>
          <a:xfrm>
            <a:off x="4939500" y="724200"/>
            <a:ext cx="3837000" cy="3695100"/>
          </a:xfrm>
          <a:prstGeom prst="rect">
            <a:avLst/>
          </a:prstGeom>
          <a:noFill/>
          <a:ln>
            <a:noFill/>
          </a:ln>
        </p:spPr>
        <p:txBody>
          <a:bodyPr spcFirstLastPara="1" wrap="square" lIns="91425" tIns="91425" rIns="91425" bIns="91425" anchor="ctr" anchorCtr="0">
            <a:noAutofit/>
          </a:bodyPr>
          <a:lstStyle>
            <a:lvl1pPr marL="457200" lvl="0" indent="-342900" algn="l">
              <a:lnSpc>
                <a:spcPct val="115000"/>
              </a:lnSpc>
              <a:spcBef>
                <a:spcPts val="0"/>
              </a:spcBef>
              <a:spcAft>
                <a:spcPts val="0"/>
              </a:spcAft>
              <a:buClr>
                <a:schemeClr val="lt1"/>
              </a:buClr>
              <a:buSzPts val="1800"/>
              <a:buChar char="●"/>
              <a:defRPr>
                <a:solidFill>
                  <a:schemeClr val="lt1"/>
                </a:solidFill>
              </a:defRPr>
            </a:lvl1pPr>
            <a:lvl2pPr marL="914400" lvl="1" indent="-317500" algn="l">
              <a:lnSpc>
                <a:spcPct val="115000"/>
              </a:lnSpc>
              <a:spcBef>
                <a:spcPts val="1600"/>
              </a:spcBef>
              <a:spcAft>
                <a:spcPts val="0"/>
              </a:spcAft>
              <a:buClr>
                <a:schemeClr val="lt1"/>
              </a:buClr>
              <a:buSzPts val="1400"/>
              <a:buChar char="○"/>
              <a:defRPr>
                <a:solidFill>
                  <a:schemeClr val="lt1"/>
                </a:solidFill>
              </a:defRPr>
            </a:lvl2pPr>
            <a:lvl3pPr marL="1371600" lvl="2" indent="-317500" algn="l">
              <a:lnSpc>
                <a:spcPct val="115000"/>
              </a:lnSpc>
              <a:spcBef>
                <a:spcPts val="1600"/>
              </a:spcBef>
              <a:spcAft>
                <a:spcPts val="0"/>
              </a:spcAft>
              <a:buClr>
                <a:schemeClr val="lt1"/>
              </a:buClr>
              <a:buSzPts val="1400"/>
              <a:buChar char="■"/>
              <a:defRPr>
                <a:solidFill>
                  <a:schemeClr val="lt1"/>
                </a:solidFill>
              </a:defRPr>
            </a:lvl3pPr>
            <a:lvl4pPr marL="1828800" lvl="3" indent="-317500" algn="l">
              <a:lnSpc>
                <a:spcPct val="115000"/>
              </a:lnSpc>
              <a:spcBef>
                <a:spcPts val="1600"/>
              </a:spcBef>
              <a:spcAft>
                <a:spcPts val="0"/>
              </a:spcAft>
              <a:buClr>
                <a:schemeClr val="lt1"/>
              </a:buClr>
              <a:buSzPts val="1400"/>
              <a:buChar char="●"/>
              <a:defRPr>
                <a:solidFill>
                  <a:schemeClr val="lt1"/>
                </a:solidFill>
              </a:defRPr>
            </a:lvl4pPr>
            <a:lvl5pPr marL="2286000" lvl="4" indent="-317500" algn="l">
              <a:lnSpc>
                <a:spcPct val="115000"/>
              </a:lnSpc>
              <a:spcBef>
                <a:spcPts val="1600"/>
              </a:spcBef>
              <a:spcAft>
                <a:spcPts val="0"/>
              </a:spcAft>
              <a:buClr>
                <a:schemeClr val="lt1"/>
              </a:buClr>
              <a:buSzPts val="1400"/>
              <a:buChar char="○"/>
              <a:defRPr>
                <a:solidFill>
                  <a:schemeClr val="lt1"/>
                </a:solidFill>
              </a:defRPr>
            </a:lvl5pPr>
            <a:lvl6pPr marL="2743200" lvl="5" indent="-317500" algn="l">
              <a:lnSpc>
                <a:spcPct val="115000"/>
              </a:lnSpc>
              <a:spcBef>
                <a:spcPts val="1600"/>
              </a:spcBef>
              <a:spcAft>
                <a:spcPts val="0"/>
              </a:spcAft>
              <a:buClr>
                <a:schemeClr val="lt1"/>
              </a:buClr>
              <a:buSzPts val="1400"/>
              <a:buChar char="■"/>
              <a:defRPr>
                <a:solidFill>
                  <a:schemeClr val="lt1"/>
                </a:solidFill>
              </a:defRPr>
            </a:lvl6pPr>
            <a:lvl7pPr marL="3200400" lvl="6" indent="-317500" algn="l">
              <a:lnSpc>
                <a:spcPct val="115000"/>
              </a:lnSpc>
              <a:spcBef>
                <a:spcPts val="1600"/>
              </a:spcBef>
              <a:spcAft>
                <a:spcPts val="0"/>
              </a:spcAft>
              <a:buClr>
                <a:schemeClr val="lt1"/>
              </a:buClr>
              <a:buSzPts val="1400"/>
              <a:buChar char="●"/>
              <a:defRPr>
                <a:solidFill>
                  <a:schemeClr val="lt1"/>
                </a:solidFill>
              </a:defRPr>
            </a:lvl7pPr>
            <a:lvl8pPr marL="3657600" lvl="7" indent="-317500" algn="l">
              <a:lnSpc>
                <a:spcPct val="115000"/>
              </a:lnSpc>
              <a:spcBef>
                <a:spcPts val="1600"/>
              </a:spcBef>
              <a:spcAft>
                <a:spcPts val="0"/>
              </a:spcAft>
              <a:buClr>
                <a:schemeClr val="lt1"/>
              </a:buClr>
              <a:buSzPts val="1400"/>
              <a:buChar char="○"/>
              <a:defRPr>
                <a:solidFill>
                  <a:schemeClr val="lt1"/>
                </a:solidFill>
              </a:defRPr>
            </a:lvl8pPr>
            <a:lvl9pPr marL="4114800" lvl="8" indent="-317500" algn="l">
              <a:lnSpc>
                <a:spcPct val="115000"/>
              </a:lnSpc>
              <a:spcBef>
                <a:spcPts val="1600"/>
              </a:spcBef>
              <a:spcAft>
                <a:spcPts val="1600"/>
              </a:spcAft>
              <a:buClr>
                <a:schemeClr val="lt1"/>
              </a:buClr>
              <a:buSzPts val="1400"/>
              <a:buChar char="■"/>
              <a:defRPr>
                <a:solidFill>
                  <a:schemeClr val="lt1"/>
                </a:solidFill>
              </a:defRPr>
            </a:lvl9pPr>
          </a:lstStyle>
          <a:p>
            <a:endParaRPr/>
          </a:p>
        </p:txBody>
      </p:sp>
      <p:sp>
        <p:nvSpPr>
          <p:cNvPr id="52" name="Google Shape;52;p24"/>
          <p:cNvSpPr txBox="1">
            <a:spLocks noGrp="1"/>
          </p:cNvSpPr>
          <p:nvPr>
            <p:ph type="sldNum" idx="12"/>
          </p:nvPr>
        </p:nvSpPr>
        <p:spPr>
          <a:xfrm>
            <a:off x="8523541" y="4695623"/>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3"/>
        <p:cNvGrpSpPr/>
        <p:nvPr/>
      </p:nvGrpSpPr>
      <p:grpSpPr>
        <a:xfrm>
          <a:off x="0" y="0"/>
          <a:ext cx="0" cy="0"/>
          <a:chOff x="0" y="0"/>
          <a:chExt cx="0" cy="0"/>
        </a:xfrm>
      </p:grpSpPr>
      <p:sp>
        <p:nvSpPr>
          <p:cNvPr id="54" name="Google Shape;54;p25"/>
          <p:cNvSpPr txBox="1"/>
          <p:nvPr/>
        </p:nvSpPr>
        <p:spPr>
          <a:xfrm rot="10800000" flipH="1">
            <a:off x="0" y="0"/>
            <a:ext cx="9144000" cy="46959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55" name="Google Shape;55;p25"/>
          <p:cNvSpPr/>
          <p:nvPr/>
        </p:nvSpPr>
        <p:spPr>
          <a:xfrm rot="10800000" flipH="1">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56" name="Google Shape;56;p25"/>
          <p:cNvSpPr txBox="1">
            <a:spLocks noGrp="1"/>
          </p:cNvSpPr>
          <p:nvPr>
            <p:ph type="body" idx="1"/>
          </p:nvPr>
        </p:nvSpPr>
        <p:spPr>
          <a:xfrm>
            <a:off x="57150" y="4696825"/>
            <a:ext cx="8382000" cy="446700"/>
          </a:xfrm>
          <a:prstGeom prst="rect">
            <a:avLst/>
          </a:prstGeom>
          <a:noFill/>
          <a:ln>
            <a:noFill/>
          </a:ln>
        </p:spPr>
        <p:txBody>
          <a:bodyPr spcFirstLastPara="1" wrap="square" lIns="91425" tIns="91425" rIns="91425" bIns="91425" anchor="ctr" anchorCtr="0">
            <a:noAutofit/>
          </a:bodyPr>
          <a:lstStyle>
            <a:lvl1pPr marL="457200" lvl="0" indent="-228600" algn="l">
              <a:lnSpc>
                <a:spcPct val="100000"/>
              </a:lnSpc>
              <a:spcBef>
                <a:spcPts val="0"/>
              </a:spcBef>
              <a:spcAft>
                <a:spcPts val="0"/>
              </a:spcAft>
              <a:buClr>
                <a:schemeClr val="lt1"/>
              </a:buClr>
              <a:buSzPts val="1200"/>
              <a:buNone/>
              <a:defRPr sz="1200">
                <a:solidFill>
                  <a:schemeClr val="lt1"/>
                </a:solidFill>
              </a:defRPr>
            </a:lvl1pPr>
          </a:lstStyle>
          <a:p>
            <a:endParaRPr/>
          </a:p>
        </p:txBody>
      </p:sp>
      <p:sp>
        <p:nvSpPr>
          <p:cNvPr id="57" name="Google Shape;57;p25"/>
          <p:cNvSpPr txBox="1">
            <a:spLocks noGrp="1"/>
          </p:cNvSpPr>
          <p:nvPr>
            <p:ph type="sldNum" idx="12"/>
          </p:nvPr>
        </p:nvSpPr>
        <p:spPr>
          <a:xfrm>
            <a:off x="8523541" y="4695623"/>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8"/>
        <p:cNvGrpSpPr/>
        <p:nvPr/>
      </p:nvGrpSpPr>
      <p:grpSpPr>
        <a:xfrm>
          <a:off x="0" y="0"/>
          <a:ext cx="0" cy="0"/>
          <a:chOff x="0" y="0"/>
          <a:chExt cx="0" cy="0"/>
        </a:xfrm>
      </p:grpSpPr>
      <p:sp>
        <p:nvSpPr>
          <p:cNvPr id="59" name="Google Shape;59;p26"/>
          <p:cNvSpPr txBox="1">
            <a:spLocks noGrp="1"/>
          </p:cNvSpPr>
          <p:nvPr>
            <p:ph type="title" hasCustomPrompt="1"/>
          </p:nvPr>
        </p:nvSpPr>
        <p:spPr>
          <a:xfrm>
            <a:off x="475500" y="1258525"/>
            <a:ext cx="8222100" cy="19635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Clr>
                <a:schemeClr val="dk2"/>
              </a:buClr>
              <a:buSzPts val="12000"/>
              <a:buNone/>
              <a:defRPr sz="12000">
                <a:solidFill>
                  <a:schemeClr val="dk2"/>
                </a:solidFill>
              </a:defRPr>
            </a:lvl1pPr>
            <a:lvl2pPr lvl="1" algn="ctr">
              <a:lnSpc>
                <a:spcPct val="100000"/>
              </a:lnSpc>
              <a:spcBef>
                <a:spcPts val="0"/>
              </a:spcBef>
              <a:spcAft>
                <a:spcPts val="0"/>
              </a:spcAft>
              <a:buClr>
                <a:schemeClr val="dk2"/>
              </a:buClr>
              <a:buSzPts val="12000"/>
              <a:buNone/>
              <a:defRPr sz="12000">
                <a:solidFill>
                  <a:schemeClr val="dk2"/>
                </a:solidFill>
              </a:defRPr>
            </a:lvl2pPr>
            <a:lvl3pPr lvl="2" algn="ctr">
              <a:lnSpc>
                <a:spcPct val="100000"/>
              </a:lnSpc>
              <a:spcBef>
                <a:spcPts val="0"/>
              </a:spcBef>
              <a:spcAft>
                <a:spcPts val="0"/>
              </a:spcAft>
              <a:buClr>
                <a:schemeClr val="dk2"/>
              </a:buClr>
              <a:buSzPts val="12000"/>
              <a:buNone/>
              <a:defRPr sz="12000">
                <a:solidFill>
                  <a:schemeClr val="dk2"/>
                </a:solidFill>
              </a:defRPr>
            </a:lvl3pPr>
            <a:lvl4pPr lvl="3" algn="ctr">
              <a:lnSpc>
                <a:spcPct val="100000"/>
              </a:lnSpc>
              <a:spcBef>
                <a:spcPts val="0"/>
              </a:spcBef>
              <a:spcAft>
                <a:spcPts val="0"/>
              </a:spcAft>
              <a:buClr>
                <a:schemeClr val="dk2"/>
              </a:buClr>
              <a:buSzPts val="12000"/>
              <a:buNone/>
              <a:defRPr sz="12000">
                <a:solidFill>
                  <a:schemeClr val="dk2"/>
                </a:solidFill>
              </a:defRPr>
            </a:lvl4pPr>
            <a:lvl5pPr lvl="4" algn="ctr">
              <a:lnSpc>
                <a:spcPct val="100000"/>
              </a:lnSpc>
              <a:spcBef>
                <a:spcPts val="0"/>
              </a:spcBef>
              <a:spcAft>
                <a:spcPts val="0"/>
              </a:spcAft>
              <a:buClr>
                <a:schemeClr val="dk2"/>
              </a:buClr>
              <a:buSzPts val="12000"/>
              <a:buNone/>
              <a:defRPr sz="12000">
                <a:solidFill>
                  <a:schemeClr val="dk2"/>
                </a:solidFill>
              </a:defRPr>
            </a:lvl5pPr>
            <a:lvl6pPr lvl="5" algn="ctr">
              <a:lnSpc>
                <a:spcPct val="100000"/>
              </a:lnSpc>
              <a:spcBef>
                <a:spcPts val="0"/>
              </a:spcBef>
              <a:spcAft>
                <a:spcPts val="0"/>
              </a:spcAft>
              <a:buClr>
                <a:schemeClr val="dk2"/>
              </a:buClr>
              <a:buSzPts val="12000"/>
              <a:buNone/>
              <a:defRPr sz="12000">
                <a:solidFill>
                  <a:schemeClr val="dk2"/>
                </a:solidFill>
              </a:defRPr>
            </a:lvl6pPr>
            <a:lvl7pPr lvl="6" algn="ctr">
              <a:lnSpc>
                <a:spcPct val="100000"/>
              </a:lnSpc>
              <a:spcBef>
                <a:spcPts val="0"/>
              </a:spcBef>
              <a:spcAft>
                <a:spcPts val="0"/>
              </a:spcAft>
              <a:buClr>
                <a:schemeClr val="dk2"/>
              </a:buClr>
              <a:buSzPts val="12000"/>
              <a:buNone/>
              <a:defRPr sz="12000">
                <a:solidFill>
                  <a:schemeClr val="dk2"/>
                </a:solidFill>
              </a:defRPr>
            </a:lvl7pPr>
            <a:lvl8pPr lvl="7" algn="ctr">
              <a:lnSpc>
                <a:spcPct val="100000"/>
              </a:lnSpc>
              <a:spcBef>
                <a:spcPts val="0"/>
              </a:spcBef>
              <a:spcAft>
                <a:spcPts val="0"/>
              </a:spcAft>
              <a:buClr>
                <a:schemeClr val="dk2"/>
              </a:buClr>
              <a:buSzPts val="12000"/>
              <a:buNone/>
              <a:defRPr sz="12000">
                <a:solidFill>
                  <a:schemeClr val="dk2"/>
                </a:solidFill>
              </a:defRPr>
            </a:lvl8pPr>
            <a:lvl9pPr lvl="8" algn="ctr">
              <a:lnSpc>
                <a:spcPct val="100000"/>
              </a:lnSpc>
              <a:spcBef>
                <a:spcPts val="0"/>
              </a:spcBef>
              <a:spcAft>
                <a:spcPts val="0"/>
              </a:spcAft>
              <a:buClr>
                <a:schemeClr val="dk2"/>
              </a:buClr>
              <a:buSzPts val="12000"/>
              <a:buNone/>
              <a:defRPr sz="12000">
                <a:solidFill>
                  <a:schemeClr val="dk2"/>
                </a:solidFill>
              </a:defRPr>
            </a:lvl9pPr>
          </a:lstStyle>
          <a:p>
            <a:r>
              <a:t>xx%</a:t>
            </a:r>
          </a:p>
        </p:txBody>
      </p:sp>
      <p:sp>
        <p:nvSpPr>
          <p:cNvPr id="60" name="Google Shape;60;p26"/>
          <p:cNvSpPr txBox="1">
            <a:spLocks noGrp="1"/>
          </p:cNvSpPr>
          <p:nvPr>
            <p:ph type="body" idx="1"/>
          </p:nvPr>
        </p:nvSpPr>
        <p:spPr>
          <a:xfrm>
            <a:off x="475500" y="3304625"/>
            <a:ext cx="8222100" cy="1300800"/>
          </a:xfrm>
          <a:prstGeom prst="rect">
            <a:avLst/>
          </a:prstGeom>
          <a:noFill/>
          <a:ln>
            <a:noFill/>
          </a:ln>
        </p:spPr>
        <p:txBody>
          <a:bodyPr spcFirstLastPara="1" wrap="square" lIns="91425" tIns="91425" rIns="91425" bIns="91425" anchor="t" anchorCtr="0">
            <a:no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1600"/>
              </a:spcBef>
              <a:spcAft>
                <a:spcPts val="0"/>
              </a:spcAft>
              <a:buSzPts val="1400"/>
              <a:buChar char="○"/>
              <a:defRPr/>
            </a:lvl2pPr>
            <a:lvl3pPr marL="1371600" lvl="2" indent="-317500" algn="ctr">
              <a:lnSpc>
                <a:spcPct val="115000"/>
              </a:lnSpc>
              <a:spcBef>
                <a:spcPts val="1600"/>
              </a:spcBef>
              <a:spcAft>
                <a:spcPts val="0"/>
              </a:spcAft>
              <a:buSzPts val="1400"/>
              <a:buChar char="■"/>
              <a:defRPr/>
            </a:lvl3pPr>
            <a:lvl4pPr marL="1828800" lvl="3" indent="-317500" algn="ctr">
              <a:lnSpc>
                <a:spcPct val="115000"/>
              </a:lnSpc>
              <a:spcBef>
                <a:spcPts val="1600"/>
              </a:spcBef>
              <a:spcAft>
                <a:spcPts val="0"/>
              </a:spcAft>
              <a:buSzPts val="1400"/>
              <a:buChar char="●"/>
              <a:defRPr/>
            </a:lvl4pPr>
            <a:lvl5pPr marL="2286000" lvl="4" indent="-317500" algn="ctr">
              <a:lnSpc>
                <a:spcPct val="115000"/>
              </a:lnSpc>
              <a:spcBef>
                <a:spcPts val="1600"/>
              </a:spcBef>
              <a:spcAft>
                <a:spcPts val="0"/>
              </a:spcAft>
              <a:buSzPts val="1400"/>
              <a:buChar char="○"/>
              <a:defRPr/>
            </a:lvl5pPr>
            <a:lvl6pPr marL="2743200" lvl="5" indent="-317500" algn="ctr">
              <a:lnSpc>
                <a:spcPct val="115000"/>
              </a:lnSpc>
              <a:spcBef>
                <a:spcPts val="1600"/>
              </a:spcBef>
              <a:spcAft>
                <a:spcPts val="0"/>
              </a:spcAft>
              <a:buSzPts val="1400"/>
              <a:buChar char="■"/>
              <a:defRPr/>
            </a:lvl6pPr>
            <a:lvl7pPr marL="3200400" lvl="6" indent="-317500" algn="ctr">
              <a:lnSpc>
                <a:spcPct val="115000"/>
              </a:lnSpc>
              <a:spcBef>
                <a:spcPts val="1600"/>
              </a:spcBef>
              <a:spcAft>
                <a:spcPts val="0"/>
              </a:spcAft>
              <a:buSzPts val="1400"/>
              <a:buChar char="●"/>
              <a:defRPr/>
            </a:lvl7pPr>
            <a:lvl8pPr marL="3657600" lvl="7" indent="-317500" algn="ctr">
              <a:lnSpc>
                <a:spcPct val="115000"/>
              </a:lnSpc>
              <a:spcBef>
                <a:spcPts val="1600"/>
              </a:spcBef>
              <a:spcAft>
                <a:spcPts val="0"/>
              </a:spcAft>
              <a:buSzPts val="1400"/>
              <a:buChar char="○"/>
              <a:defRPr/>
            </a:lvl8pPr>
            <a:lvl9pPr marL="4114800" lvl="8" indent="-317500" algn="ctr">
              <a:lnSpc>
                <a:spcPct val="115000"/>
              </a:lnSpc>
              <a:spcBef>
                <a:spcPts val="1600"/>
              </a:spcBef>
              <a:spcAft>
                <a:spcPts val="1600"/>
              </a:spcAft>
              <a:buSzPts val="1400"/>
              <a:buChar char="■"/>
              <a:defRPr/>
            </a:lvl9pPr>
          </a:lstStyle>
          <a:p>
            <a:endParaRPr/>
          </a:p>
        </p:txBody>
      </p:sp>
      <p:sp>
        <p:nvSpPr>
          <p:cNvPr id="61" name="Google Shape;61;p26"/>
          <p:cNvSpPr txBox="1">
            <a:spLocks noGrp="1"/>
          </p:cNvSpPr>
          <p:nvPr>
            <p:ph type="sldNum" idx="12"/>
          </p:nvPr>
        </p:nvSpPr>
        <p:spPr>
          <a:xfrm>
            <a:off x="8523541" y="4695623"/>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terial">
    <p:bg>
      <p:bgPr>
        <a:solidFill>
          <a:srgbClr val="92D050"/>
        </a:solidFill>
        <a:effectLst/>
      </p:bgPr>
    </p:bg>
    <p:spTree>
      <p:nvGrpSpPr>
        <p:cNvPr id="1" name="Shape 5"/>
        <p:cNvGrpSpPr/>
        <p:nvPr/>
      </p:nvGrpSpPr>
      <p:grpSpPr>
        <a:xfrm>
          <a:off x="0" y="0"/>
          <a:ext cx="0" cy="0"/>
          <a:chOff x="0" y="0"/>
          <a:chExt cx="0" cy="0"/>
        </a:xfrm>
      </p:grpSpPr>
      <p:sp>
        <p:nvSpPr>
          <p:cNvPr id="6" name="Google Shape;6;p15"/>
          <p:cNvSpPr txBox="1">
            <a:spLocks noGrp="1"/>
          </p:cNvSpPr>
          <p:nvPr>
            <p:ph type="title"/>
          </p:nvPr>
        </p:nvSpPr>
        <p:spPr>
          <a:xfrm>
            <a:off x="471900" y="738725"/>
            <a:ext cx="8222100" cy="767700"/>
          </a:xfrm>
          <a:prstGeom prst="rect">
            <a:avLst/>
          </a:prstGeom>
          <a:noFill/>
          <a:ln>
            <a:noFill/>
          </a:ln>
        </p:spPr>
        <p:txBody>
          <a:bodyPr spcFirstLastPara="1" wrap="square" lIns="91425" tIns="91425" rIns="91425" bIns="91425" anchor="b" anchorCtr="0">
            <a:noAutofit/>
          </a:bodyPr>
          <a:lstStyle>
            <a:lvl1pPr marR="0" lvl="0"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1pPr>
            <a:lvl2pPr marR="0" lvl="1"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2pPr>
            <a:lvl3pPr marR="0" lvl="2"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3pPr>
            <a:lvl4pPr marR="0" lvl="3"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4pPr>
            <a:lvl5pPr marR="0" lvl="4"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5pPr>
            <a:lvl6pPr marR="0" lvl="5"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6pPr>
            <a:lvl7pPr marR="0" lvl="6"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7pPr>
            <a:lvl8pPr marR="0" lvl="7"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8pPr>
            <a:lvl9pPr marR="0" lvl="8"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9pPr>
          </a:lstStyle>
          <a:p>
            <a:endParaRPr/>
          </a:p>
        </p:txBody>
      </p:sp>
      <p:sp>
        <p:nvSpPr>
          <p:cNvPr id="7" name="Google Shape;7;p15"/>
          <p:cNvSpPr txBox="1">
            <a:spLocks noGrp="1"/>
          </p:cNvSpPr>
          <p:nvPr>
            <p:ph type="body" idx="1"/>
          </p:nvPr>
        </p:nvSpPr>
        <p:spPr>
          <a:xfrm>
            <a:off x="471900" y="1919075"/>
            <a:ext cx="8222100" cy="2710200"/>
          </a:xfrm>
          <a:prstGeom prst="rect">
            <a:avLst/>
          </a:prstGeom>
          <a:noFill/>
          <a:ln>
            <a:noFill/>
          </a:ln>
        </p:spPr>
        <p:txBody>
          <a:bodyPr spcFirstLastPara="1" wrap="square" lIns="91425" tIns="91425" rIns="91425" bIns="91425" anchor="t" anchorCtr="0">
            <a:noAutofit/>
          </a:bodyPr>
          <a:lstStyle>
            <a:lvl1pPr marL="457200" marR="0" lvl="0" indent="-342900" algn="l" rtl="0">
              <a:lnSpc>
                <a:spcPct val="115000"/>
              </a:lnSpc>
              <a:spcBef>
                <a:spcPts val="0"/>
              </a:spcBef>
              <a:spcAft>
                <a:spcPts val="0"/>
              </a:spcAft>
              <a:buClr>
                <a:schemeClr val="lt2"/>
              </a:buClr>
              <a:buSzPts val="1800"/>
              <a:buFont typeface="Roboto"/>
              <a:buChar char="●"/>
              <a:defRPr sz="1800" b="0" i="0" u="none" strike="noStrike" cap="none">
                <a:solidFill>
                  <a:schemeClr val="lt2"/>
                </a:solidFill>
                <a:latin typeface="Roboto"/>
                <a:ea typeface="Roboto"/>
                <a:cs typeface="Roboto"/>
                <a:sym typeface="Roboto"/>
              </a:defRPr>
            </a:lvl1pPr>
            <a:lvl2pPr marL="914400" marR="0" lvl="1" indent="-317500" algn="l" rtl="0">
              <a:lnSpc>
                <a:spcPct val="115000"/>
              </a:lnSpc>
              <a:spcBef>
                <a:spcPts val="1600"/>
              </a:spcBef>
              <a:spcAft>
                <a:spcPts val="0"/>
              </a:spcAft>
              <a:buClr>
                <a:schemeClr val="lt2"/>
              </a:buClr>
              <a:buSzPts val="1400"/>
              <a:buFont typeface="Roboto"/>
              <a:buChar char="○"/>
              <a:defRPr sz="1400" b="0" i="0" u="none" strike="noStrike" cap="none">
                <a:solidFill>
                  <a:schemeClr val="lt2"/>
                </a:solidFill>
                <a:latin typeface="Roboto"/>
                <a:ea typeface="Roboto"/>
                <a:cs typeface="Roboto"/>
                <a:sym typeface="Roboto"/>
              </a:defRPr>
            </a:lvl2pPr>
            <a:lvl3pPr marL="1371600" marR="0" lvl="2" indent="-317500" algn="l" rtl="0">
              <a:lnSpc>
                <a:spcPct val="115000"/>
              </a:lnSpc>
              <a:spcBef>
                <a:spcPts val="1600"/>
              </a:spcBef>
              <a:spcAft>
                <a:spcPts val="0"/>
              </a:spcAft>
              <a:buClr>
                <a:schemeClr val="lt2"/>
              </a:buClr>
              <a:buSzPts val="1400"/>
              <a:buFont typeface="Roboto"/>
              <a:buChar char="■"/>
              <a:defRPr sz="1400" b="0" i="0" u="none" strike="noStrike" cap="none">
                <a:solidFill>
                  <a:schemeClr val="lt2"/>
                </a:solidFill>
                <a:latin typeface="Roboto"/>
                <a:ea typeface="Roboto"/>
                <a:cs typeface="Roboto"/>
                <a:sym typeface="Roboto"/>
              </a:defRPr>
            </a:lvl3pPr>
            <a:lvl4pPr marL="1828800" marR="0" lvl="3" indent="-317500" algn="l" rtl="0">
              <a:lnSpc>
                <a:spcPct val="115000"/>
              </a:lnSpc>
              <a:spcBef>
                <a:spcPts val="1600"/>
              </a:spcBef>
              <a:spcAft>
                <a:spcPts val="0"/>
              </a:spcAft>
              <a:buClr>
                <a:schemeClr val="lt2"/>
              </a:buClr>
              <a:buSzPts val="1400"/>
              <a:buFont typeface="Roboto"/>
              <a:buChar char="●"/>
              <a:defRPr sz="1400" b="0" i="0" u="none" strike="noStrike" cap="none">
                <a:solidFill>
                  <a:schemeClr val="lt2"/>
                </a:solidFill>
                <a:latin typeface="Roboto"/>
                <a:ea typeface="Roboto"/>
                <a:cs typeface="Roboto"/>
                <a:sym typeface="Roboto"/>
              </a:defRPr>
            </a:lvl4pPr>
            <a:lvl5pPr marL="2286000" marR="0" lvl="4" indent="-317500" algn="l" rtl="0">
              <a:lnSpc>
                <a:spcPct val="115000"/>
              </a:lnSpc>
              <a:spcBef>
                <a:spcPts val="1600"/>
              </a:spcBef>
              <a:spcAft>
                <a:spcPts val="0"/>
              </a:spcAft>
              <a:buClr>
                <a:schemeClr val="lt2"/>
              </a:buClr>
              <a:buSzPts val="1400"/>
              <a:buFont typeface="Roboto"/>
              <a:buChar char="○"/>
              <a:defRPr sz="1400" b="0" i="0" u="none" strike="noStrike" cap="none">
                <a:solidFill>
                  <a:schemeClr val="lt2"/>
                </a:solidFill>
                <a:latin typeface="Roboto"/>
                <a:ea typeface="Roboto"/>
                <a:cs typeface="Roboto"/>
                <a:sym typeface="Roboto"/>
              </a:defRPr>
            </a:lvl5pPr>
            <a:lvl6pPr marL="2743200" marR="0" lvl="5" indent="-317500" algn="l" rtl="0">
              <a:lnSpc>
                <a:spcPct val="115000"/>
              </a:lnSpc>
              <a:spcBef>
                <a:spcPts val="1600"/>
              </a:spcBef>
              <a:spcAft>
                <a:spcPts val="0"/>
              </a:spcAft>
              <a:buClr>
                <a:schemeClr val="lt2"/>
              </a:buClr>
              <a:buSzPts val="1400"/>
              <a:buFont typeface="Roboto"/>
              <a:buChar char="■"/>
              <a:defRPr sz="1400" b="0" i="0" u="none" strike="noStrike" cap="none">
                <a:solidFill>
                  <a:schemeClr val="lt2"/>
                </a:solidFill>
                <a:latin typeface="Roboto"/>
                <a:ea typeface="Roboto"/>
                <a:cs typeface="Roboto"/>
                <a:sym typeface="Roboto"/>
              </a:defRPr>
            </a:lvl6pPr>
            <a:lvl7pPr marL="3200400" marR="0" lvl="6" indent="-317500" algn="l" rtl="0">
              <a:lnSpc>
                <a:spcPct val="115000"/>
              </a:lnSpc>
              <a:spcBef>
                <a:spcPts val="1600"/>
              </a:spcBef>
              <a:spcAft>
                <a:spcPts val="0"/>
              </a:spcAft>
              <a:buClr>
                <a:schemeClr val="lt2"/>
              </a:buClr>
              <a:buSzPts val="1400"/>
              <a:buFont typeface="Roboto"/>
              <a:buChar char="●"/>
              <a:defRPr sz="1400" b="0" i="0" u="none" strike="noStrike" cap="none">
                <a:solidFill>
                  <a:schemeClr val="lt2"/>
                </a:solidFill>
                <a:latin typeface="Roboto"/>
                <a:ea typeface="Roboto"/>
                <a:cs typeface="Roboto"/>
                <a:sym typeface="Roboto"/>
              </a:defRPr>
            </a:lvl7pPr>
            <a:lvl8pPr marL="3657600" marR="0" lvl="7" indent="-317500" algn="l" rtl="0">
              <a:lnSpc>
                <a:spcPct val="115000"/>
              </a:lnSpc>
              <a:spcBef>
                <a:spcPts val="1600"/>
              </a:spcBef>
              <a:spcAft>
                <a:spcPts val="0"/>
              </a:spcAft>
              <a:buClr>
                <a:schemeClr val="lt2"/>
              </a:buClr>
              <a:buSzPts val="1400"/>
              <a:buFont typeface="Roboto"/>
              <a:buChar char="○"/>
              <a:defRPr sz="1400" b="0" i="0" u="none" strike="noStrike" cap="none">
                <a:solidFill>
                  <a:schemeClr val="lt2"/>
                </a:solidFill>
                <a:latin typeface="Roboto"/>
                <a:ea typeface="Roboto"/>
                <a:cs typeface="Roboto"/>
                <a:sym typeface="Roboto"/>
              </a:defRPr>
            </a:lvl8pPr>
            <a:lvl9pPr marL="4114800" marR="0" lvl="8" indent="-317500" algn="l" rtl="0">
              <a:lnSpc>
                <a:spcPct val="115000"/>
              </a:lnSpc>
              <a:spcBef>
                <a:spcPts val="1600"/>
              </a:spcBef>
              <a:spcAft>
                <a:spcPts val="1600"/>
              </a:spcAft>
              <a:buClr>
                <a:schemeClr val="lt2"/>
              </a:buClr>
              <a:buSzPts val="1400"/>
              <a:buFont typeface="Roboto"/>
              <a:buChar char="■"/>
              <a:defRPr sz="1400" b="0" i="0" u="none" strike="noStrike" cap="none">
                <a:solidFill>
                  <a:schemeClr val="lt2"/>
                </a:solidFill>
                <a:latin typeface="Roboto"/>
                <a:ea typeface="Roboto"/>
                <a:cs typeface="Roboto"/>
                <a:sym typeface="Roboto"/>
              </a:defRPr>
            </a:lvl9pPr>
          </a:lstStyle>
          <a:p>
            <a:endParaRPr/>
          </a:p>
        </p:txBody>
      </p:sp>
      <p:sp>
        <p:nvSpPr>
          <p:cNvPr id="8" name="Google Shape;8;p15"/>
          <p:cNvSpPr txBox="1">
            <a:spLocks noGrp="1"/>
          </p:cNvSpPr>
          <p:nvPr>
            <p:ph type="sldNum" idx="12"/>
          </p:nvPr>
        </p:nvSpPr>
        <p:spPr>
          <a:xfrm>
            <a:off x="8523541" y="4695623"/>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dirty="0"/>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
          <p:cNvSpPr txBox="1">
            <a:spLocks noGrp="1"/>
          </p:cNvSpPr>
          <p:nvPr>
            <p:ph type="body" idx="1"/>
          </p:nvPr>
        </p:nvSpPr>
        <p:spPr>
          <a:xfrm>
            <a:off x="369592" y="2500471"/>
            <a:ext cx="8309044" cy="792768"/>
          </a:xfrm>
          <a:prstGeom prst="rect">
            <a:avLst/>
          </a:prstGeom>
          <a:noFill/>
          <a:ln>
            <a:noFill/>
          </a:ln>
        </p:spPr>
        <p:txBody>
          <a:bodyPr spcFirstLastPara="1" wrap="square" lIns="91425" tIns="91425" rIns="91425" bIns="91425" anchor="ctr" anchorCtr="0">
            <a:noAutofit/>
          </a:bodyPr>
          <a:lstStyle/>
          <a:p>
            <a:pPr marL="0" lvl="0" indent="0" algn="ctr">
              <a:spcAft>
                <a:spcPts val="1600"/>
              </a:spcAft>
              <a:buNone/>
            </a:pPr>
            <a:r>
              <a:rPr lang="en-US" sz="2400" b="1" dirty="0">
                <a:solidFill>
                  <a:schemeClr val="bg2"/>
                </a:solidFill>
                <a:latin typeface="Times New Roman" panose="02020603050405020304" pitchFamily="18" charset="0"/>
                <a:cs typeface="Times New Roman" panose="02020603050405020304" pitchFamily="18" charset="0"/>
              </a:rPr>
              <a:t>An Intelligent Gesture-Driven Smart Home Automation System (Software-Based) for Bedridden and Disabled Individuals</a:t>
            </a:r>
            <a:endParaRPr lang="en-IN" sz="2400" b="1" dirty="0">
              <a:solidFill>
                <a:schemeClr val="bg2"/>
              </a:solidFill>
              <a:latin typeface="Times New Roman" panose="02020603050405020304" pitchFamily="18" charset="0"/>
              <a:ea typeface="Times New Roman"/>
              <a:cs typeface="Times New Roman" panose="02020603050405020304" pitchFamily="18" charset="0"/>
              <a:sym typeface="Times New Roman"/>
            </a:endParaRPr>
          </a:p>
        </p:txBody>
      </p:sp>
      <p:sp>
        <p:nvSpPr>
          <p:cNvPr id="69" name="Google Shape;69;p1"/>
          <p:cNvSpPr txBox="1"/>
          <p:nvPr/>
        </p:nvSpPr>
        <p:spPr>
          <a:xfrm>
            <a:off x="652265" y="1720423"/>
            <a:ext cx="7495692" cy="492412"/>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en" sz="2000" b="1" i="0" u="none" strike="noStrike" cap="none" dirty="0">
                <a:solidFill>
                  <a:schemeClr val="bg2"/>
                </a:solidFill>
                <a:latin typeface="Tw Cen MT Condensed Extra Bold" panose="020B0803020202020204" pitchFamily="34" charset="0"/>
                <a:ea typeface="Roboto"/>
                <a:cs typeface="Times New Roman" panose="02020603050405020304" pitchFamily="18" charset="0"/>
                <a:sym typeface="Roboto"/>
              </a:rPr>
              <a:t>AI </a:t>
            </a:r>
            <a:r>
              <a:rPr lang="en-IN" sz="2000" b="1" i="0" u="none" strike="noStrike" cap="none" dirty="0">
                <a:solidFill>
                  <a:schemeClr val="bg2"/>
                </a:solidFill>
                <a:latin typeface="Tw Cen MT Condensed Extra Bold" panose="020B0803020202020204" pitchFamily="34" charset="0"/>
                <a:ea typeface="Roboto"/>
                <a:cs typeface="Times New Roman" panose="02020603050405020304" pitchFamily="18" charset="0"/>
                <a:sym typeface="Roboto"/>
              </a:rPr>
              <a:t>Project</a:t>
            </a:r>
            <a:r>
              <a:rPr lang="en" sz="2000" b="1" i="0" u="none" strike="noStrike" cap="none" dirty="0">
                <a:solidFill>
                  <a:schemeClr val="bg2"/>
                </a:solidFill>
                <a:latin typeface="Tw Cen MT Condensed Extra Bold" panose="020B0803020202020204" pitchFamily="34" charset="0"/>
                <a:ea typeface="Roboto"/>
                <a:cs typeface="Times New Roman" panose="02020603050405020304" pitchFamily="18" charset="0"/>
                <a:sym typeface="Roboto"/>
              </a:rPr>
              <a:t> Presentation </a:t>
            </a:r>
            <a:endParaRPr sz="2000" b="1" dirty="0">
              <a:solidFill>
                <a:schemeClr val="bg2"/>
              </a:solidFill>
              <a:latin typeface="Tw Cen MT Condensed Extra Bold" panose="020B0803020202020204" pitchFamily="34" charset="0"/>
              <a:ea typeface="Roboto"/>
              <a:cs typeface="Times New Roman" panose="02020603050405020304" pitchFamily="18" charset="0"/>
              <a:sym typeface="Roboto"/>
            </a:endParaRPr>
          </a:p>
        </p:txBody>
      </p:sp>
      <p:sp>
        <p:nvSpPr>
          <p:cNvPr id="70" name="Google Shape;70;p1"/>
          <p:cNvSpPr txBox="1"/>
          <p:nvPr/>
        </p:nvSpPr>
        <p:spPr>
          <a:xfrm>
            <a:off x="293061" y="3698783"/>
            <a:ext cx="3405790" cy="104641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1" i="0" u="none" strike="noStrike" cap="none" dirty="0">
                <a:solidFill>
                  <a:srgbClr val="000000"/>
                </a:solidFill>
                <a:latin typeface="Times New Roman"/>
                <a:ea typeface="Times New Roman"/>
                <a:cs typeface="Times New Roman"/>
                <a:sym typeface="Times New Roman"/>
              </a:rPr>
              <a:t>Team Members</a:t>
            </a:r>
            <a:endParaRPr sz="1400" b="1" i="0" u="none" strike="noStrike" cap="none" dirty="0">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r>
              <a:rPr lang="en" sz="1400" b="0" i="0" u="none" strike="noStrike" cap="none" dirty="0">
                <a:solidFill>
                  <a:srgbClr val="000000"/>
                </a:solidFill>
                <a:latin typeface="Times New Roman"/>
                <a:ea typeface="Times New Roman"/>
                <a:cs typeface="Times New Roman"/>
                <a:sym typeface="Times New Roman"/>
              </a:rPr>
              <a:t>Adithya Poojary- </a:t>
            </a:r>
            <a:r>
              <a:rPr lang="en-US" sz="1400" b="0" i="0" u="none" strike="noStrike" cap="none" dirty="0">
                <a:solidFill>
                  <a:srgbClr val="000000"/>
                </a:solidFill>
                <a:latin typeface="Times New Roman"/>
                <a:ea typeface="Times New Roman"/>
                <a:cs typeface="Times New Roman"/>
                <a:sym typeface="Times New Roman"/>
              </a:rPr>
              <a:t>NNM23AD003</a:t>
            </a:r>
            <a:endParaRPr sz="1400" b="0" i="0" u="none" strike="noStrike" cap="none" dirty="0">
              <a:solidFill>
                <a:srgbClr val="000000"/>
              </a:solidFill>
              <a:latin typeface="Times New Roman"/>
              <a:ea typeface="Times New Roman"/>
              <a:cs typeface="Times New Roman"/>
              <a:sym typeface="Times New Roman"/>
            </a:endParaRPr>
          </a:p>
          <a:p>
            <a:pPr>
              <a:buSzPts val="1400"/>
            </a:pPr>
            <a:r>
              <a:rPr lang="en" sz="1400" b="0" i="0" u="none" strike="noStrike" cap="none">
                <a:solidFill>
                  <a:srgbClr val="000000"/>
                </a:solidFill>
                <a:latin typeface="Times New Roman"/>
                <a:ea typeface="Times New Roman"/>
                <a:cs typeface="Times New Roman"/>
                <a:sym typeface="Times New Roman"/>
              </a:rPr>
              <a:t>Hithen </a:t>
            </a:r>
            <a:r>
              <a:rPr lang="en" sz="1400" b="0" i="0" u="none" strike="noStrike" cap="none" dirty="0">
                <a:solidFill>
                  <a:srgbClr val="000000"/>
                </a:solidFill>
                <a:latin typeface="Times New Roman"/>
                <a:ea typeface="Times New Roman"/>
                <a:cs typeface="Times New Roman"/>
                <a:sym typeface="Times New Roman"/>
              </a:rPr>
              <a:t>Poonja - </a:t>
            </a:r>
            <a:r>
              <a:rPr lang="en-US" dirty="0">
                <a:latin typeface="Times New Roman"/>
                <a:ea typeface="Times New Roman"/>
                <a:cs typeface="Times New Roman"/>
                <a:sym typeface="Times New Roman"/>
              </a:rPr>
              <a:t>NNM23AD024</a:t>
            </a:r>
            <a:endParaRPr dirty="0"/>
          </a:p>
          <a:p>
            <a:pPr>
              <a:buSzPts val="1400"/>
            </a:pPr>
            <a:r>
              <a:rPr lang="en" sz="1400" b="0" i="0" u="none" strike="noStrike" cap="none" dirty="0">
                <a:solidFill>
                  <a:srgbClr val="000000"/>
                </a:solidFill>
                <a:latin typeface="Times New Roman"/>
                <a:ea typeface="Times New Roman"/>
                <a:cs typeface="Times New Roman"/>
                <a:sym typeface="Times New Roman"/>
              </a:rPr>
              <a:t>Nishith Dharmaraj - </a:t>
            </a:r>
            <a:r>
              <a:rPr lang="en-US" dirty="0">
                <a:latin typeface="Times New Roman"/>
                <a:ea typeface="Times New Roman"/>
                <a:cs typeface="Times New Roman"/>
                <a:sym typeface="Times New Roman"/>
              </a:rPr>
              <a:t>NNM23AD031</a:t>
            </a:r>
          </a:p>
        </p:txBody>
      </p:sp>
      <p:sp>
        <p:nvSpPr>
          <p:cNvPr id="71" name="Google Shape;71;p1"/>
          <p:cNvSpPr txBox="1"/>
          <p:nvPr/>
        </p:nvSpPr>
        <p:spPr>
          <a:xfrm>
            <a:off x="6476532" y="3816743"/>
            <a:ext cx="2476800" cy="1061799"/>
          </a:xfrm>
          <a:prstGeom prst="rect">
            <a:avLst/>
          </a:prstGeom>
          <a:noFill/>
          <a:ln>
            <a:noFill/>
          </a:ln>
        </p:spPr>
        <p:txBody>
          <a:bodyPr spcFirstLastPara="1" wrap="square" lIns="91425" tIns="91425" rIns="91425" bIns="91425" anchor="t" anchorCtr="0">
            <a:spAutoFit/>
          </a:bodyPr>
          <a:lstStyle/>
          <a:p>
            <a:pPr marL="0" marR="0" lvl="0" indent="0" rtl="0">
              <a:lnSpc>
                <a:spcPct val="100000"/>
              </a:lnSpc>
              <a:spcBef>
                <a:spcPts val="0"/>
              </a:spcBef>
              <a:spcAft>
                <a:spcPts val="0"/>
              </a:spcAft>
              <a:buClr>
                <a:srgbClr val="000000"/>
              </a:buClr>
              <a:buSzPts val="1400"/>
              <a:buFont typeface="Arial"/>
              <a:buNone/>
            </a:pPr>
            <a:r>
              <a:rPr lang="en-US" sz="1400" b="1" i="0" u="none" strike="noStrike" cap="none" dirty="0">
                <a:solidFill>
                  <a:srgbClr val="000000"/>
                </a:solidFill>
                <a:latin typeface="Times New Roman"/>
                <a:ea typeface="Times New Roman"/>
                <a:cs typeface="Times New Roman"/>
                <a:sym typeface="Times New Roman"/>
              </a:rPr>
              <a:t>Supervisor </a:t>
            </a:r>
            <a:endParaRPr sz="1400" b="1" i="0" u="none" strike="noStrike" cap="none" dirty="0">
              <a:solidFill>
                <a:srgbClr val="000000"/>
              </a:solidFill>
              <a:latin typeface="Times New Roman"/>
              <a:ea typeface="Times New Roman"/>
              <a:cs typeface="Times New Roman"/>
              <a:sym typeface="Times New Roman"/>
            </a:endParaRPr>
          </a:p>
          <a:p>
            <a:pPr marL="0" marR="0" lvl="0" indent="0" rtl="0">
              <a:lnSpc>
                <a:spcPct val="100000"/>
              </a:lnSpc>
              <a:spcBef>
                <a:spcPts val="0"/>
              </a:spcBef>
              <a:spcAft>
                <a:spcPts val="0"/>
              </a:spcAft>
              <a:buClr>
                <a:srgbClr val="000000"/>
              </a:buClr>
              <a:buSzPts val="1400"/>
              <a:buFont typeface="Arial"/>
              <a:buNone/>
            </a:pPr>
            <a:r>
              <a:rPr lang="en" sz="1400" b="0" i="0" u="none" strike="noStrike" cap="none" dirty="0">
                <a:solidFill>
                  <a:srgbClr val="000000"/>
                </a:solidFill>
                <a:latin typeface="Times New Roman"/>
                <a:ea typeface="Times New Roman"/>
                <a:cs typeface="Times New Roman"/>
                <a:sym typeface="Times New Roman"/>
              </a:rPr>
              <a:t>Dr. Navaneeth Bhaskar</a:t>
            </a:r>
            <a:endParaRPr sz="1400" b="0" i="0" u="none" strike="noStrike" cap="none" dirty="0">
              <a:solidFill>
                <a:srgbClr val="000000"/>
              </a:solidFill>
              <a:latin typeface="Times New Roman"/>
              <a:ea typeface="Times New Roman"/>
              <a:cs typeface="Times New Roman"/>
              <a:sym typeface="Times New Roman"/>
            </a:endParaRPr>
          </a:p>
          <a:p>
            <a:pPr marL="0" marR="0" lvl="0" indent="0" rtl="0">
              <a:lnSpc>
                <a:spcPct val="100000"/>
              </a:lnSpc>
              <a:spcBef>
                <a:spcPts val="0"/>
              </a:spcBef>
              <a:spcAft>
                <a:spcPts val="0"/>
              </a:spcAft>
              <a:buClr>
                <a:srgbClr val="000000"/>
              </a:buClr>
              <a:buSzPts val="1400"/>
              <a:buFont typeface="Arial"/>
              <a:buNone/>
            </a:pPr>
            <a:r>
              <a:rPr lang="en" sz="1400" b="0" i="0" u="none" strike="noStrike" cap="none" dirty="0">
                <a:solidFill>
                  <a:srgbClr val="000000"/>
                </a:solidFill>
                <a:latin typeface="Times New Roman"/>
                <a:ea typeface="Times New Roman"/>
                <a:cs typeface="Times New Roman"/>
                <a:sym typeface="Times New Roman"/>
              </a:rPr>
              <a:t>Assistant Professor Grade III</a:t>
            </a:r>
            <a:endParaRPr dirty="0"/>
          </a:p>
          <a:p>
            <a:pPr marL="0" marR="0" lvl="0" indent="0" rtl="0">
              <a:lnSpc>
                <a:spcPct val="100000"/>
              </a:lnSpc>
              <a:spcBef>
                <a:spcPts val="0"/>
              </a:spcBef>
              <a:spcAft>
                <a:spcPts val="0"/>
              </a:spcAft>
              <a:buClr>
                <a:srgbClr val="000000"/>
              </a:buClr>
              <a:buSzPts val="1400"/>
              <a:buFont typeface="Arial"/>
              <a:buNone/>
            </a:pPr>
            <a:r>
              <a:rPr lang="en" sz="1400" b="0" i="0" u="none" strike="noStrike" cap="none" dirty="0">
                <a:solidFill>
                  <a:srgbClr val="000000"/>
                </a:solidFill>
                <a:latin typeface="Times New Roman"/>
                <a:ea typeface="Times New Roman"/>
                <a:cs typeface="Times New Roman"/>
                <a:sym typeface="Times New Roman"/>
              </a:rPr>
              <a:t>AI&amp;DS, NMAMIT</a:t>
            </a:r>
            <a:endParaRPr sz="1400" b="0" i="0" u="none" strike="noStrike" cap="none" dirty="0">
              <a:solidFill>
                <a:srgbClr val="000000"/>
              </a:solidFill>
              <a:latin typeface="Times New Roman"/>
              <a:ea typeface="Times New Roman"/>
              <a:cs typeface="Times New Roman"/>
              <a:sym typeface="Times New Roman"/>
            </a:endParaRPr>
          </a:p>
        </p:txBody>
      </p:sp>
      <p:sp>
        <p:nvSpPr>
          <p:cNvPr id="72" name="Google Shape;72;p1"/>
          <p:cNvSpPr/>
          <p:nvPr/>
        </p:nvSpPr>
        <p:spPr>
          <a:xfrm>
            <a:off x="1649759" y="1202284"/>
            <a:ext cx="5478965" cy="36929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800" b="1" i="0" u="none" strike="noStrike" cap="none" dirty="0">
                <a:solidFill>
                  <a:schemeClr val="bg1"/>
                </a:solidFill>
                <a:latin typeface="Times New Roman"/>
                <a:ea typeface="Times New Roman"/>
                <a:cs typeface="Times New Roman"/>
                <a:sym typeface="Times New Roman"/>
              </a:rPr>
              <a:t>Department of Artificial Intelligence and Data Science</a:t>
            </a:r>
            <a:endParaRPr sz="1600" dirty="0">
              <a:solidFill>
                <a:schemeClr val="bg1"/>
              </a:solidFill>
            </a:endParaRPr>
          </a:p>
        </p:txBody>
      </p:sp>
      <p:pic>
        <p:nvPicPr>
          <p:cNvPr id="5" name="Picture 4">
            <a:extLst>
              <a:ext uri="{FF2B5EF4-FFF2-40B4-BE49-F238E27FC236}">
                <a16:creationId xmlns:a16="http://schemas.microsoft.com/office/drawing/2014/main" id="{6D3D3E7B-CD79-8B5D-AA12-43E43E19016E}"/>
              </a:ext>
            </a:extLst>
          </p:cNvPr>
          <p:cNvPicPr>
            <a:picLocks noChangeAspect="1"/>
          </p:cNvPicPr>
          <p:nvPr/>
        </p:nvPicPr>
        <p:blipFill>
          <a:blip r:embed="rId3"/>
          <a:stretch>
            <a:fillRect/>
          </a:stretch>
        </p:blipFill>
        <p:spPr>
          <a:xfrm>
            <a:off x="1618603" y="264958"/>
            <a:ext cx="5541275" cy="76809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9" name="Google Shape;79;p2"/>
          <p:cNvSpPr txBox="1">
            <a:spLocks noGrp="1"/>
          </p:cNvSpPr>
          <p:nvPr>
            <p:ph type="body" idx="1"/>
          </p:nvPr>
        </p:nvSpPr>
        <p:spPr>
          <a:xfrm>
            <a:off x="295500" y="1048277"/>
            <a:ext cx="8553000" cy="4041000"/>
          </a:xfrm>
          <a:prstGeom prst="rect">
            <a:avLst/>
          </a:prstGeom>
          <a:noFill/>
          <a:ln>
            <a:noFill/>
          </a:ln>
        </p:spPr>
        <p:txBody>
          <a:bodyPr spcFirstLastPara="1" wrap="square" lIns="91425" tIns="91425" rIns="91425" bIns="91425" anchor="t" anchorCtr="0">
            <a:noAutofit/>
          </a:bodyPr>
          <a:lstStyle/>
          <a:p>
            <a:pPr marL="457200" lvl="0" indent="-355600" algn="l" rtl="0">
              <a:lnSpc>
                <a:spcPct val="100000"/>
              </a:lnSpc>
              <a:spcBef>
                <a:spcPts val="0"/>
              </a:spcBef>
              <a:spcAft>
                <a:spcPts val="600"/>
              </a:spcAft>
              <a:buClr>
                <a:schemeClr val="dk2"/>
              </a:buClr>
              <a:buSzPts val="2000"/>
              <a:buFont typeface="Arial" panose="020B0604020202020204" pitchFamily="34" charset="0"/>
              <a:buChar char="•"/>
            </a:pPr>
            <a:r>
              <a:rPr lang="en" sz="2000" dirty="0">
                <a:solidFill>
                  <a:schemeClr val="dk2"/>
                </a:solidFill>
                <a:latin typeface="Times New Roman"/>
                <a:ea typeface="Times New Roman"/>
                <a:cs typeface="Times New Roman"/>
                <a:sym typeface="Times New Roman"/>
              </a:rPr>
              <a:t>Introduction</a:t>
            </a:r>
            <a:endParaRPr sz="2000" dirty="0">
              <a:solidFill>
                <a:schemeClr val="dk2"/>
              </a:solidFill>
              <a:latin typeface="Times New Roman"/>
              <a:ea typeface="Times New Roman"/>
              <a:cs typeface="Times New Roman"/>
              <a:sym typeface="Times New Roman"/>
            </a:endParaRPr>
          </a:p>
          <a:p>
            <a:pPr marL="457200" lvl="0" indent="-355600" algn="l" rtl="0">
              <a:lnSpc>
                <a:spcPct val="100000"/>
              </a:lnSpc>
              <a:spcBef>
                <a:spcPts val="0"/>
              </a:spcBef>
              <a:spcAft>
                <a:spcPts val="600"/>
              </a:spcAft>
              <a:buClr>
                <a:schemeClr val="dk2"/>
              </a:buClr>
              <a:buSzPts val="2000"/>
              <a:buFont typeface="Arial" panose="020B0604020202020204" pitchFamily="34" charset="0"/>
              <a:buChar char="•"/>
            </a:pPr>
            <a:r>
              <a:rPr lang="en-US" sz="2000" dirty="0">
                <a:solidFill>
                  <a:schemeClr val="dk2"/>
                </a:solidFill>
                <a:latin typeface="Times New Roman"/>
                <a:ea typeface="Times New Roman"/>
                <a:cs typeface="Times New Roman"/>
                <a:sym typeface="Times New Roman"/>
              </a:rPr>
              <a:t>Problem Description </a:t>
            </a:r>
          </a:p>
          <a:p>
            <a:pPr marL="457200" lvl="0" indent="-355600" algn="l" rtl="0">
              <a:lnSpc>
                <a:spcPct val="100000"/>
              </a:lnSpc>
              <a:spcBef>
                <a:spcPts val="0"/>
              </a:spcBef>
              <a:spcAft>
                <a:spcPts val="600"/>
              </a:spcAft>
              <a:buClr>
                <a:schemeClr val="dk2"/>
              </a:buClr>
              <a:buSzPts val="2000"/>
              <a:buFont typeface="Arial" panose="020B0604020202020204" pitchFamily="34" charset="0"/>
              <a:buChar char="•"/>
            </a:pPr>
            <a:r>
              <a:rPr lang="en-US" sz="2000" dirty="0">
                <a:solidFill>
                  <a:schemeClr val="dk2"/>
                </a:solidFill>
                <a:latin typeface="Times New Roman"/>
                <a:ea typeface="Times New Roman"/>
                <a:cs typeface="Times New Roman"/>
                <a:sym typeface="Times New Roman"/>
              </a:rPr>
              <a:t>Objectives </a:t>
            </a:r>
          </a:p>
          <a:p>
            <a:pPr marL="457200" lvl="0" indent="-355600" algn="l" rtl="0">
              <a:lnSpc>
                <a:spcPct val="100000"/>
              </a:lnSpc>
              <a:spcBef>
                <a:spcPts val="0"/>
              </a:spcBef>
              <a:spcAft>
                <a:spcPts val="600"/>
              </a:spcAft>
              <a:buClr>
                <a:schemeClr val="dk2"/>
              </a:buClr>
              <a:buSzPts val="2000"/>
              <a:buFont typeface="Arial" panose="020B0604020202020204" pitchFamily="34" charset="0"/>
              <a:buChar char="•"/>
            </a:pPr>
            <a:r>
              <a:rPr lang="en-US" sz="2000" dirty="0">
                <a:solidFill>
                  <a:schemeClr val="dk2"/>
                </a:solidFill>
                <a:latin typeface="Times New Roman"/>
                <a:ea typeface="Times New Roman"/>
                <a:cs typeface="Times New Roman"/>
                <a:sym typeface="Times New Roman"/>
              </a:rPr>
              <a:t>Methodology</a:t>
            </a:r>
          </a:p>
          <a:p>
            <a:pPr marL="457200" lvl="0" indent="-355600" algn="l" rtl="0">
              <a:lnSpc>
                <a:spcPct val="100000"/>
              </a:lnSpc>
              <a:spcBef>
                <a:spcPts val="0"/>
              </a:spcBef>
              <a:spcAft>
                <a:spcPts val="600"/>
              </a:spcAft>
              <a:buClr>
                <a:schemeClr val="dk2"/>
              </a:buClr>
              <a:buSzPts val="2000"/>
              <a:buFont typeface="Arial" panose="020B0604020202020204" pitchFamily="34" charset="0"/>
              <a:buChar char="•"/>
            </a:pPr>
            <a:r>
              <a:rPr lang="en-US" sz="2000" dirty="0">
                <a:solidFill>
                  <a:schemeClr val="dk2"/>
                </a:solidFill>
                <a:latin typeface="Times New Roman"/>
                <a:ea typeface="Times New Roman"/>
                <a:cs typeface="Times New Roman"/>
                <a:sym typeface="Times New Roman"/>
              </a:rPr>
              <a:t>Scope of the Work</a:t>
            </a:r>
          </a:p>
          <a:p>
            <a:pPr marL="457200" lvl="0" indent="-355600" algn="l" rtl="0">
              <a:lnSpc>
                <a:spcPct val="100000"/>
              </a:lnSpc>
              <a:spcBef>
                <a:spcPts val="0"/>
              </a:spcBef>
              <a:spcAft>
                <a:spcPts val="600"/>
              </a:spcAft>
              <a:buClr>
                <a:schemeClr val="dk2"/>
              </a:buClr>
              <a:buSzPts val="2000"/>
              <a:buFont typeface="Arial" panose="020B0604020202020204" pitchFamily="34" charset="0"/>
              <a:buChar char="•"/>
            </a:pPr>
            <a:r>
              <a:rPr lang="en-US" sz="2000" dirty="0">
                <a:solidFill>
                  <a:schemeClr val="dk2"/>
                </a:solidFill>
                <a:latin typeface="Times New Roman"/>
                <a:ea typeface="Times New Roman"/>
                <a:cs typeface="Times New Roman"/>
                <a:sym typeface="Times New Roman"/>
              </a:rPr>
              <a:t>Conclusion </a:t>
            </a:r>
          </a:p>
        </p:txBody>
      </p:sp>
      <p:sp>
        <p:nvSpPr>
          <p:cNvPr id="80" name="Google Shape;80;p2"/>
          <p:cNvSpPr txBox="1">
            <a:spLocks noGrp="1"/>
          </p:cNvSpPr>
          <p:nvPr>
            <p:ph type="sldNum" idx="12"/>
          </p:nvPr>
        </p:nvSpPr>
        <p:spPr>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n">
                <a:latin typeface="Times New Roman"/>
                <a:ea typeface="Times New Roman"/>
                <a:cs typeface="Times New Roman"/>
                <a:sym typeface="Times New Roman"/>
              </a:rPr>
              <a:t>2</a:t>
            </a:fld>
            <a:endParaRPr dirty="0">
              <a:latin typeface="Times New Roman"/>
              <a:ea typeface="Times New Roman"/>
              <a:cs typeface="Times New Roman"/>
              <a:sym typeface="Times New Roman"/>
            </a:endParaRPr>
          </a:p>
        </p:txBody>
      </p:sp>
      <p:sp>
        <p:nvSpPr>
          <p:cNvPr id="81" name="Google Shape;81;p2"/>
          <p:cNvSpPr/>
          <p:nvPr/>
        </p:nvSpPr>
        <p:spPr>
          <a:xfrm>
            <a:off x="383765" y="171438"/>
            <a:ext cx="1563248"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2800" b="1" i="0" u="none" strike="noStrike" cap="none">
                <a:solidFill>
                  <a:srgbClr val="000000"/>
                </a:solidFill>
                <a:latin typeface="Times New Roman"/>
                <a:ea typeface="Times New Roman"/>
                <a:cs typeface="Times New Roman"/>
                <a:sym typeface="Times New Roman"/>
              </a:rPr>
              <a:t>Contents</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3"/>
          <p:cNvSpPr txBox="1">
            <a:spLocks noGrp="1"/>
          </p:cNvSpPr>
          <p:nvPr>
            <p:ph type="body" idx="1"/>
          </p:nvPr>
        </p:nvSpPr>
        <p:spPr>
          <a:xfrm>
            <a:off x="159751" y="1157701"/>
            <a:ext cx="8824500" cy="3848400"/>
          </a:xfrm>
          <a:prstGeom prst="rect">
            <a:avLst/>
          </a:prstGeom>
          <a:noFill/>
          <a:ln>
            <a:noFill/>
          </a:ln>
        </p:spPr>
        <p:txBody>
          <a:bodyPr spcFirstLastPara="1" wrap="square" lIns="91425" tIns="91425" rIns="91425" bIns="91425" anchor="t" anchorCtr="0">
            <a:noAutofit/>
          </a:bodyPr>
          <a:lstStyle/>
          <a:p>
            <a:pPr lvl="0" algn="just">
              <a:spcBef>
                <a:spcPts val="600"/>
              </a:spcBef>
              <a:buClr>
                <a:schemeClr val="dk2"/>
              </a:buClr>
            </a:pPr>
            <a:r>
              <a:rPr lang="en-US" sz="1800" dirty="0">
                <a:solidFill>
                  <a:schemeClr val="bg2"/>
                </a:solidFill>
                <a:latin typeface="Times New Roman" panose="02020603050405020304" pitchFamily="18" charset="0"/>
                <a:cs typeface="Times New Roman" panose="02020603050405020304" pitchFamily="18" charset="0"/>
              </a:rPr>
              <a:t>Bedridden and disabled individuals often face difficulties in performing basic tasks due to limited physical mobility.</a:t>
            </a:r>
          </a:p>
          <a:p>
            <a:pPr lvl="0" algn="just">
              <a:spcBef>
                <a:spcPts val="600"/>
              </a:spcBef>
              <a:buClr>
                <a:schemeClr val="dk2"/>
              </a:buClr>
            </a:pPr>
            <a:r>
              <a:rPr lang="en-US" sz="1800" dirty="0">
                <a:solidFill>
                  <a:schemeClr val="bg2"/>
                </a:solidFill>
                <a:latin typeface="Times New Roman" panose="02020603050405020304" pitchFamily="18" charset="0"/>
                <a:cs typeface="Times New Roman" panose="02020603050405020304" pitchFamily="18" charset="0"/>
              </a:rPr>
              <a:t>Gesture-driven interfaces provide a natural and touch-free method of interaction using simple hand movements.</a:t>
            </a:r>
          </a:p>
          <a:p>
            <a:pPr lvl="0" algn="just">
              <a:spcBef>
                <a:spcPts val="600"/>
              </a:spcBef>
              <a:buClr>
                <a:schemeClr val="dk2"/>
              </a:buClr>
            </a:pPr>
            <a:r>
              <a:rPr lang="en-US" sz="1800" dirty="0">
                <a:solidFill>
                  <a:schemeClr val="bg2"/>
                </a:solidFill>
                <a:latin typeface="Times New Roman" panose="02020603050405020304" pitchFamily="18" charset="0"/>
                <a:cs typeface="Times New Roman" panose="02020603050405020304" pitchFamily="18" charset="0"/>
              </a:rPr>
              <a:t>This project focuses on a software-based intelligent system that interprets gestures to control smart home functions efficiently.</a:t>
            </a:r>
          </a:p>
          <a:p>
            <a:pPr lvl="0" algn="just">
              <a:spcBef>
                <a:spcPts val="600"/>
              </a:spcBef>
              <a:buClr>
                <a:schemeClr val="dk2"/>
              </a:buClr>
            </a:pPr>
            <a:r>
              <a:rPr lang="en-US" sz="1800" dirty="0">
                <a:solidFill>
                  <a:schemeClr val="bg2"/>
                </a:solidFill>
                <a:latin typeface="Times New Roman" panose="02020603050405020304" pitchFamily="18" charset="0"/>
                <a:cs typeface="Times New Roman" panose="02020603050405020304" pitchFamily="18" charset="0"/>
              </a:rPr>
              <a:t>The proposed solution aims to enhance independence, comfort, and accessibility using artificial intelligence techniques.</a:t>
            </a:r>
          </a:p>
        </p:txBody>
      </p:sp>
      <p:sp>
        <p:nvSpPr>
          <p:cNvPr id="87" name="Google Shape;87;p3"/>
          <p:cNvSpPr txBox="1">
            <a:spLocks noGrp="1"/>
          </p:cNvSpPr>
          <p:nvPr>
            <p:ph type="sldNum" idx="12"/>
          </p:nvPr>
        </p:nvSpPr>
        <p:spPr>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n">
                <a:latin typeface="Times New Roman"/>
                <a:ea typeface="Times New Roman"/>
                <a:cs typeface="Times New Roman"/>
                <a:sym typeface="Times New Roman"/>
              </a:rPr>
              <a:t>3</a:t>
            </a:fld>
            <a:endParaRPr dirty="0">
              <a:latin typeface="Times New Roman"/>
              <a:ea typeface="Times New Roman"/>
              <a:cs typeface="Times New Roman"/>
              <a:sym typeface="Times New Roman"/>
            </a:endParaRPr>
          </a:p>
        </p:txBody>
      </p:sp>
      <p:sp>
        <p:nvSpPr>
          <p:cNvPr id="88" name="Google Shape;88;p3"/>
          <p:cNvSpPr/>
          <p:nvPr/>
        </p:nvSpPr>
        <p:spPr>
          <a:xfrm>
            <a:off x="295630" y="161207"/>
            <a:ext cx="2141933"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2800" b="1" i="0" u="none" strike="noStrike" cap="none" dirty="0">
                <a:solidFill>
                  <a:srgbClr val="000000"/>
                </a:solidFill>
                <a:latin typeface="Times New Roman"/>
                <a:ea typeface="Times New Roman"/>
                <a:cs typeface="Times New Roman"/>
                <a:sym typeface="Times New Roman"/>
              </a:rPr>
              <a:t>Introduction</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6"/>
          <p:cNvSpPr txBox="1">
            <a:spLocks noGrp="1"/>
          </p:cNvSpPr>
          <p:nvPr>
            <p:ph type="body" idx="1"/>
          </p:nvPr>
        </p:nvSpPr>
        <p:spPr>
          <a:xfrm>
            <a:off x="295500" y="1144577"/>
            <a:ext cx="8553000" cy="3459600"/>
          </a:xfrm>
          <a:prstGeom prst="rect">
            <a:avLst/>
          </a:prstGeom>
          <a:noFill/>
          <a:ln>
            <a:noFill/>
          </a:ln>
        </p:spPr>
        <p:txBody>
          <a:bodyPr spcFirstLastPara="1" wrap="square" lIns="91425" tIns="91425" rIns="91425" bIns="91425" anchor="t" anchorCtr="0">
            <a:noAutofit/>
          </a:bodyPr>
          <a:lstStyle/>
          <a:p>
            <a:pPr marL="139700" lvl="0" indent="0" algn="just">
              <a:spcBef>
                <a:spcPts val="600"/>
              </a:spcBef>
              <a:buClr>
                <a:schemeClr val="dk2"/>
              </a:buClr>
              <a:buNone/>
            </a:pPr>
            <a:r>
              <a:rPr lang="en-US" sz="1800" dirty="0">
                <a:solidFill>
                  <a:schemeClr val="bg2"/>
                </a:solidFill>
                <a:latin typeface="Times New Roman" panose="02020603050405020304" pitchFamily="18" charset="0"/>
                <a:cs typeface="Times New Roman" panose="02020603050405020304" pitchFamily="18" charset="0"/>
              </a:rPr>
              <a:t>Bedridden and disabled individuals face significant challenges in controlling household appliances due to limited mobility and dependence on others. Traditional input methods such as switches or mobile applications are often inconvenient or inaccessible for them. There is a need for an intelligent, touch-free, and user-friendly software-based system that enables effortless control of smart home functions through simple gestures.</a:t>
            </a:r>
            <a:endParaRPr sz="1800" dirty="0">
              <a:solidFill>
                <a:schemeClr val="bg2"/>
              </a:solidFill>
              <a:latin typeface="Times New Roman" panose="02020603050405020304" pitchFamily="18" charset="0"/>
              <a:cs typeface="Times New Roman" panose="02020603050405020304" pitchFamily="18" charset="0"/>
            </a:endParaRPr>
          </a:p>
        </p:txBody>
      </p:sp>
      <p:sp>
        <p:nvSpPr>
          <p:cNvPr id="110" name="Google Shape;110;p6"/>
          <p:cNvSpPr txBox="1">
            <a:spLocks noGrp="1"/>
          </p:cNvSpPr>
          <p:nvPr>
            <p:ph type="sldNum" idx="12"/>
          </p:nvPr>
        </p:nvSpPr>
        <p:spPr>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n">
                <a:latin typeface="Times New Roman"/>
                <a:ea typeface="Times New Roman"/>
                <a:cs typeface="Times New Roman"/>
                <a:sym typeface="Times New Roman"/>
              </a:rPr>
              <a:t>4</a:t>
            </a:fld>
            <a:endParaRPr dirty="0">
              <a:latin typeface="Times New Roman"/>
              <a:ea typeface="Times New Roman"/>
              <a:cs typeface="Times New Roman"/>
              <a:sym typeface="Times New Roman"/>
            </a:endParaRPr>
          </a:p>
        </p:txBody>
      </p:sp>
      <p:sp>
        <p:nvSpPr>
          <p:cNvPr id="111" name="Google Shape;111;p6"/>
          <p:cNvSpPr/>
          <p:nvPr/>
        </p:nvSpPr>
        <p:spPr>
          <a:xfrm>
            <a:off x="188033" y="149157"/>
            <a:ext cx="3707460"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2800" b="1" i="0" u="none" strike="noStrike" cap="none" dirty="0">
                <a:solidFill>
                  <a:srgbClr val="000000"/>
                </a:solidFill>
                <a:latin typeface="Times New Roman"/>
                <a:ea typeface="Times New Roman"/>
                <a:cs typeface="Times New Roman"/>
                <a:sym typeface="Times New Roman"/>
              </a:rPr>
              <a:t>Problem </a:t>
            </a:r>
            <a:r>
              <a:rPr lang="en-IN" sz="2800" b="1" i="0" u="none" strike="noStrike" cap="none" dirty="0">
                <a:solidFill>
                  <a:srgbClr val="000000"/>
                </a:solidFill>
                <a:latin typeface="Times New Roman"/>
                <a:ea typeface="Times New Roman"/>
                <a:cs typeface="Times New Roman"/>
                <a:sym typeface="Times New Roman"/>
              </a:rPr>
              <a:t>Description</a:t>
            </a: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7"/>
          <p:cNvSpPr txBox="1">
            <a:spLocks noGrp="1"/>
          </p:cNvSpPr>
          <p:nvPr>
            <p:ph type="body" idx="1"/>
          </p:nvPr>
        </p:nvSpPr>
        <p:spPr>
          <a:xfrm>
            <a:off x="295500" y="1140627"/>
            <a:ext cx="8553000" cy="2862246"/>
          </a:xfrm>
          <a:prstGeom prst="rect">
            <a:avLst/>
          </a:prstGeom>
          <a:noFill/>
          <a:ln>
            <a:noFill/>
          </a:ln>
        </p:spPr>
        <p:txBody>
          <a:bodyPr spcFirstLastPara="1" wrap="square" lIns="91425" tIns="91425" rIns="91425" bIns="91425" anchor="t" anchorCtr="0">
            <a:noAutofit/>
          </a:bodyPr>
          <a:lstStyle/>
          <a:p>
            <a:pPr lvl="0" algn="just">
              <a:spcBef>
                <a:spcPts val="600"/>
              </a:spcBef>
              <a:buClr>
                <a:schemeClr val="dk2"/>
              </a:buClr>
            </a:pPr>
            <a:r>
              <a:rPr lang="en-US" sz="1800" dirty="0">
                <a:solidFill>
                  <a:schemeClr val="bg2"/>
                </a:solidFill>
                <a:latin typeface="Times New Roman" panose="02020603050405020304" pitchFamily="18" charset="0"/>
                <a:cs typeface="Times New Roman" panose="02020603050405020304" pitchFamily="18" charset="0"/>
              </a:rPr>
              <a:t>To design a software-based gesture recognition system for controlling smart home applications.</a:t>
            </a:r>
          </a:p>
          <a:p>
            <a:pPr lvl="0" algn="just">
              <a:spcBef>
                <a:spcPts val="600"/>
              </a:spcBef>
              <a:buClr>
                <a:schemeClr val="dk2"/>
              </a:buClr>
            </a:pPr>
            <a:r>
              <a:rPr lang="en-US" sz="1800" dirty="0">
                <a:solidFill>
                  <a:schemeClr val="bg2"/>
                </a:solidFill>
                <a:latin typeface="Times New Roman" panose="02020603050405020304" pitchFamily="18" charset="0"/>
                <a:cs typeface="Times New Roman" panose="02020603050405020304" pitchFamily="18" charset="0"/>
              </a:rPr>
              <a:t>To acquire and preprocess real-time hand gesture image data.</a:t>
            </a:r>
          </a:p>
          <a:p>
            <a:pPr lvl="0" algn="just">
              <a:spcBef>
                <a:spcPts val="600"/>
              </a:spcBef>
              <a:buClr>
                <a:schemeClr val="dk2"/>
              </a:buClr>
            </a:pPr>
            <a:r>
              <a:rPr lang="en-US" sz="1800" dirty="0">
                <a:solidFill>
                  <a:schemeClr val="bg2"/>
                </a:solidFill>
                <a:latin typeface="Times New Roman" panose="02020603050405020304" pitchFamily="18" charset="0"/>
                <a:cs typeface="Times New Roman" panose="02020603050405020304" pitchFamily="18" charset="0"/>
              </a:rPr>
              <a:t>To develop a deep learning model for gesture classification.</a:t>
            </a:r>
          </a:p>
          <a:p>
            <a:pPr algn="just">
              <a:spcBef>
                <a:spcPts val="600"/>
              </a:spcBef>
              <a:buClr>
                <a:schemeClr val="dk2"/>
              </a:buClr>
            </a:pPr>
            <a:r>
              <a:rPr lang="en-US" sz="1800" dirty="0">
                <a:solidFill>
                  <a:schemeClr val="bg2"/>
                </a:solidFill>
                <a:latin typeface="Times New Roman" panose="02020603050405020304" pitchFamily="18" charset="0"/>
                <a:cs typeface="Times New Roman" panose="02020603050405020304" pitchFamily="18" charset="0"/>
              </a:rPr>
              <a:t>To map recognized gestures to appliance control commands.</a:t>
            </a:r>
          </a:p>
          <a:p>
            <a:pPr algn="just">
              <a:spcBef>
                <a:spcPts val="600"/>
              </a:spcBef>
              <a:buClr>
                <a:schemeClr val="dk2"/>
              </a:buClr>
            </a:pPr>
            <a:r>
              <a:rPr lang="en-US" sz="1800" dirty="0">
                <a:solidFill>
                  <a:schemeClr val="bg2"/>
                </a:solidFill>
                <a:latin typeface="Times New Roman" panose="02020603050405020304" pitchFamily="18" charset="0"/>
                <a:cs typeface="Times New Roman" panose="02020603050405020304" pitchFamily="18" charset="0"/>
              </a:rPr>
              <a:t>To improve independence and quality of life for users.</a:t>
            </a:r>
          </a:p>
        </p:txBody>
      </p:sp>
      <p:sp>
        <p:nvSpPr>
          <p:cNvPr id="124" name="Google Shape;124;p7"/>
          <p:cNvSpPr txBox="1">
            <a:spLocks noGrp="1"/>
          </p:cNvSpPr>
          <p:nvPr>
            <p:ph type="sldNum" idx="12"/>
          </p:nvPr>
        </p:nvSpPr>
        <p:spPr>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n">
                <a:latin typeface="Times New Roman"/>
                <a:ea typeface="Times New Roman"/>
                <a:cs typeface="Times New Roman"/>
                <a:sym typeface="Times New Roman"/>
              </a:rPr>
              <a:t>5</a:t>
            </a:fld>
            <a:endParaRPr dirty="0">
              <a:latin typeface="Times New Roman"/>
              <a:ea typeface="Times New Roman"/>
              <a:cs typeface="Times New Roman"/>
              <a:sym typeface="Times New Roman"/>
            </a:endParaRPr>
          </a:p>
        </p:txBody>
      </p:sp>
      <p:sp>
        <p:nvSpPr>
          <p:cNvPr id="125" name="Google Shape;125;p7"/>
          <p:cNvSpPr/>
          <p:nvPr/>
        </p:nvSpPr>
        <p:spPr>
          <a:xfrm>
            <a:off x="218551" y="147505"/>
            <a:ext cx="1798890"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2800" b="1" i="0" u="none" strike="noStrike" cap="none">
                <a:solidFill>
                  <a:srgbClr val="000000"/>
                </a:solidFill>
                <a:latin typeface="Times New Roman"/>
                <a:ea typeface="Times New Roman"/>
                <a:cs typeface="Times New Roman"/>
                <a:sym typeface="Times New Roman"/>
              </a:rPr>
              <a:t>Objectives</a:t>
            </a: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9"/>
          <p:cNvSpPr txBox="1">
            <a:spLocks noGrp="1"/>
          </p:cNvSpPr>
          <p:nvPr>
            <p:ph type="sldNum" idx="12"/>
          </p:nvPr>
        </p:nvSpPr>
        <p:spPr>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n">
                <a:latin typeface="Times New Roman"/>
                <a:ea typeface="Times New Roman"/>
                <a:cs typeface="Times New Roman"/>
                <a:sym typeface="Times New Roman"/>
              </a:rPr>
              <a:t>6</a:t>
            </a:fld>
            <a:endParaRPr dirty="0">
              <a:latin typeface="Times New Roman"/>
              <a:ea typeface="Times New Roman"/>
              <a:cs typeface="Times New Roman"/>
              <a:sym typeface="Times New Roman"/>
            </a:endParaRPr>
          </a:p>
        </p:txBody>
      </p:sp>
      <p:sp>
        <p:nvSpPr>
          <p:cNvPr id="131" name="Google Shape;131;p9"/>
          <p:cNvSpPr/>
          <p:nvPr/>
        </p:nvSpPr>
        <p:spPr>
          <a:xfrm>
            <a:off x="120090" y="161016"/>
            <a:ext cx="3725700" cy="523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2800" b="1" i="0" u="none" strike="noStrike" cap="none">
                <a:solidFill>
                  <a:srgbClr val="000000"/>
                </a:solidFill>
                <a:latin typeface="Times New Roman"/>
                <a:ea typeface="Times New Roman"/>
                <a:cs typeface="Times New Roman"/>
                <a:sym typeface="Times New Roman"/>
              </a:rPr>
              <a:t>Methodology</a:t>
            </a:r>
            <a:endParaRPr dirty="0"/>
          </a:p>
        </p:txBody>
      </p:sp>
      <p:sp>
        <p:nvSpPr>
          <p:cNvPr id="132" name="Google Shape;132;p9"/>
          <p:cNvSpPr/>
          <p:nvPr/>
        </p:nvSpPr>
        <p:spPr>
          <a:xfrm>
            <a:off x="3071313" y="4584646"/>
            <a:ext cx="2993127"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 sz="1400" b="0" i="0" u="none" strike="noStrike" cap="none" dirty="0">
                <a:solidFill>
                  <a:srgbClr val="000000"/>
                </a:solidFill>
                <a:latin typeface="Times New Roman"/>
                <a:ea typeface="Times New Roman"/>
                <a:cs typeface="Times New Roman"/>
                <a:sym typeface="Times New Roman"/>
              </a:rPr>
              <a:t>Block diagram of the proposed module</a:t>
            </a:r>
            <a:endParaRPr dirty="0"/>
          </a:p>
        </p:txBody>
      </p:sp>
      <p:sp>
        <p:nvSpPr>
          <p:cNvPr id="2" name="Rectangle: Rounded Corners 1">
            <a:extLst>
              <a:ext uri="{FF2B5EF4-FFF2-40B4-BE49-F238E27FC236}">
                <a16:creationId xmlns:a16="http://schemas.microsoft.com/office/drawing/2014/main" id="{AD6BEB87-0D03-F1BE-37B8-ADBDC4B4F589}"/>
              </a:ext>
            </a:extLst>
          </p:cNvPr>
          <p:cNvSpPr/>
          <p:nvPr/>
        </p:nvSpPr>
        <p:spPr>
          <a:xfrm>
            <a:off x="591266" y="1106905"/>
            <a:ext cx="1526292" cy="1065654"/>
          </a:xfrm>
          <a:prstGeom prst="roundRect">
            <a:avLst/>
          </a:prstGeom>
          <a:solidFill>
            <a:schemeClr val="bg1"/>
          </a:solidFill>
          <a:ln>
            <a:solidFill>
              <a:schemeClr val="bg2"/>
            </a:solid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r>
              <a:rPr lang="it-IT" sz="1000" b="1" dirty="0">
                <a:solidFill>
                  <a:schemeClr val="bg2"/>
                </a:solidFill>
                <a:latin typeface="Times New Roman" panose="02020603050405020304" pitchFamily="18" charset="0"/>
                <a:cs typeface="Times New Roman" panose="02020603050405020304" pitchFamily="18" charset="0"/>
              </a:rPr>
              <a:t>Data Collection</a:t>
            </a:r>
          </a:p>
          <a:p>
            <a:r>
              <a:rPr lang="it-IT" sz="1000" dirty="0">
                <a:solidFill>
                  <a:schemeClr val="bg2"/>
                </a:solidFill>
                <a:latin typeface="Times New Roman" panose="02020603050405020304" pitchFamily="18" charset="0"/>
                <a:cs typeface="Times New Roman" panose="02020603050405020304" pitchFamily="18" charset="0"/>
              </a:rPr>
              <a:t>(Camera / Dataset)</a:t>
            </a:r>
          </a:p>
        </p:txBody>
      </p:sp>
      <p:sp>
        <p:nvSpPr>
          <p:cNvPr id="5" name="Rectangle: Rounded Corners 4">
            <a:extLst>
              <a:ext uri="{FF2B5EF4-FFF2-40B4-BE49-F238E27FC236}">
                <a16:creationId xmlns:a16="http://schemas.microsoft.com/office/drawing/2014/main" id="{EDCBFDD3-7F2E-F373-CA4E-F6090AF2321C}"/>
              </a:ext>
            </a:extLst>
          </p:cNvPr>
          <p:cNvSpPr/>
          <p:nvPr/>
        </p:nvSpPr>
        <p:spPr>
          <a:xfrm>
            <a:off x="2877266" y="1106905"/>
            <a:ext cx="1526292" cy="1065654"/>
          </a:xfrm>
          <a:prstGeom prst="roundRect">
            <a:avLst/>
          </a:prstGeom>
          <a:solidFill>
            <a:schemeClr val="bg1"/>
          </a:solidFill>
          <a:ln>
            <a:solidFill>
              <a:schemeClr val="bg2"/>
            </a:solid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r>
              <a:rPr lang="en-US" sz="1000" b="1" dirty="0">
                <a:solidFill>
                  <a:schemeClr val="bg2"/>
                </a:solidFill>
                <a:latin typeface="Times New Roman" panose="02020603050405020304" pitchFamily="18" charset="0"/>
                <a:cs typeface="Times New Roman" panose="02020603050405020304" pitchFamily="18" charset="0"/>
              </a:rPr>
              <a:t>Data Preprocessing</a:t>
            </a:r>
            <a:br>
              <a:rPr lang="en-US" sz="1000" dirty="0">
                <a:solidFill>
                  <a:schemeClr val="bg2"/>
                </a:solidFill>
                <a:latin typeface="Times New Roman" panose="02020603050405020304" pitchFamily="18" charset="0"/>
                <a:cs typeface="Times New Roman" panose="02020603050405020304" pitchFamily="18" charset="0"/>
              </a:rPr>
            </a:br>
            <a:r>
              <a:rPr lang="en-US" sz="1000" dirty="0">
                <a:solidFill>
                  <a:schemeClr val="bg2"/>
                </a:solidFill>
                <a:latin typeface="Times New Roman" panose="02020603050405020304" pitchFamily="18" charset="0"/>
                <a:cs typeface="Times New Roman" panose="02020603050405020304" pitchFamily="18" charset="0"/>
              </a:rPr>
              <a:t>• Resize</a:t>
            </a:r>
            <a:br>
              <a:rPr lang="en-US" sz="1000" dirty="0">
                <a:solidFill>
                  <a:schemeClr val="bg2"/>
                </a:solidFill>
                <a:latin typeface="Times New Roman" panose="02020603050405020304" pitchFamily="18" charset="0"/>
                <a:cs typeface="Times New Roman" panose="02020603050405020304" pitchFamily="18" charset="0"/>
              </a:rPr>
            </a:br>
            <a:r>
              <a:rPr lang="en-US" sz="1000" dirty="0">
                <a:solidFill>
                  <a:schemeClr val="bg2"/>
                </a:solidFill>
                <a:latin typeface="Times New Roman" panose="02020603050405020304" pitchFamily="18" charset="0"/>
                <a:cs typeface="Times New Roman" panose="02020603050405020304" pitchFamily="18" charset="0"/>
              </a:rPr>
              <a:t>• Normalize</a:t>
            </a:r>
            <a:br>
              <a:rPr lang="en-US" sz="1000" dirty="0">
                <a:solidFill>
                  <a:schemeClr val="bg2"/>
                </a:solidFill>
                <a:latin typeface="Times New Roman" panose="02020603050405020304" pitchFamily="18" charset="0"/>
                <a:cs typeface="Times New Roman" panose="02020603050405020304" pitchFamily="18" charset="0"/>
              </a:rPr>
            </a:br>
            <a:r>
              <a:rPr lang="en-US" sz="1000" dirty="0">
                <a:solidFill>
                  <a:schemeClr val="bg2"/>
                </a:solidFill>
                <a:latin typeface="Times New Roman" panose="02020603050405020304" pitchFamily="18" charset="0"/>
                <a:cs typeface="Times New Roman" panose="02020603050405020304" pitchFamily="18" charset="0"/>
              </a:rPr>
              <a:t>• Split Train/Test</a:t>
            </a:r>
            <a:endParaRPr lang="en-IN" sz="1000" dirty="0">
              <a:solidFill>
                <a:schemeClr val="bg2"/>
              </a:solidFill>
              <a:latin typeface="Times New Roman" panose="02020603050405020304" pitchFamily="18" charset="0"/>
              <a:cs typeface="Times New Roman" panose="02020603050405020304" pitchFamily="18" charset="0"/>
            </a:endParaRPr>
          </a:p>
        </p:txBody>
      </p:sp>
      <p:sp>
        <p:nvSpPr>
          <p:cNvPr id="6" name="Rectangle: Rounded Corners 5">
            <a:extLst>
              <a:ext uri="{FF2B5EF4-FFF2-40B4-BE49-F238E27FC236}">
                <a16:creationId xmlns:a16="http://schemas.microsoft.com/office/drawing/2014/main" id="{A12A6E58-57C0-3838-4BB4-A53799D188B2}"/>
              </a:ext>
            </a:extLst>
          </p:cNvPr>
          <p:cNvSpPr/>
          <p:nvPr/>
        </p:nvSpPr>
        <p:spPr>
          <a:xfrm>
            <a:off x="5163266" y="1106905"/>
            <a:ext cx="1526292" cy="1065654"/>
          </a:xfrm>
          <a:prstGeom prst="roundRect">
            <a:avLst/>
          </a:prstGeom>
          <a:solidFill>
            <a:schemeClr val="bg1"/>
          </a:solidFill>
          <a:ln>
            <a:solidFill>
              <a:schemeClr val="bg2"/>
            </a:solid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r>
              <a:rPr lang="en-US" sz="1000" b="1" dirty="0">
                <a:solidFill>
                  <a:schemeClr val="bg2"/>
                </a:solidFill>
                <a:latin typeface="Times New Roman" panose="02020603050405020304" pitchFamily="18" charset="0"/>
                <a:cs typeface="Times New Roman" panose="02020603050405020304" pitchFamily="18" charset="0"/>
              </a:rPr>
              <a:t>CNN Model Training</a:t>
            </a:r>
            <a:br>
              <a:rPr lang="en-US" sz="1000" dirty="0">
                <a:solidFill>
                  <a:schemeClr val="bg2"/>
                </a:solidFill>
                <a:latin typeface="Times New Roman" panose="02020603050405020304" pitchFamily="18" charset="0"/>
                <a:cs typeface="Times New Roman" panose="02020603050405020304" pitchFamily="18" charset="0"/>
              </a:rPr>
            </a:br>
            <a:r>
              <a:rPr lang="en-US" sz="1000" dirty="0">
                <a:solidFill>
                  <a:schemeClr val="bg2"/>
                </a:solidFill>
                <a:latin typeface="Times New Roman" panose="02020603050405020304" pitchFamily="18" charset="0"/>
                <a:cs typeface="Times New Roman" panose="02020603050405020304" pitchFamily="18" charset="0"/>
              </a:rPr>
              <a:t>• TensorFlow/</a:t>
            </a:r>
            <a:r>
              <a:rPr lang="en-US" sz="1000" dirty="0" err="1">
                <a:solidFill>
                  <a:schemeClr val="bg2"/>
                </a:solidFill>
                <a:latin typeface="Times New Roman" panose="02020603050405020304" pitchFamily="18" charset="0"/>
                <a:cs typeface="Times New Roman" panose="02020603050405020304" pitchFamily="18" charset="0"/>
              </a:rPr>
              <a:t>Keras</a:t>
            </a:r>
            <a:endParaRPr lang="en-US" sz="1000" dirty="0">
              <a:solidFill>
                <a:schemeClr val="bg2"/>
              </a:solidFill>
              <a:latin typeface="Times New Roman" panose="02020603050405020304" pitchFamily="18" charset="0"/>
              <a:cs typeface="Times New Roman" panose="02020603050405020304" pitchFamily="18" charset="0"/>
            </a:endParaRPr>
          </a:p>
          <a:p>
            <a:r>
              <a:rPr lang="en-US" sz="1000" dirty="0">
                <a:solidFill>
                  <a:schemeClr val="bg2"/>
                </a:solidFill>
                <a:latin typeface="Times New Roman" panose="02020603050405020304" pitchFamily="18" charset="0"/>
                <a:cs typeface="Times New Roman" panose="02020603050405020304" pitchFamily="18" charset="0"/>
              </a:rPr>
              <a:t>• Binary Classification</a:t>
            </a:r>
            <a:endParaRPr lang="en-IN" sz="1000" dirty="0">
              <a:solidFill>
                <a:schemeClr val="bg2"/>
              </a:solidFill>
              <a:latin typeface="Times New Roman" panose="02020603050405020304" pitchFamily="18" charset="0"/>
              <a:cs typeface="Times New Roman" panose="02020603050405020304" pitchFamily="18" charset="0"/>
            </a:endParaRPr>
          </a:p>
        </p:txBody>
      </p:sp>
      <p:sp>
        <p:nvSpPr>
          <p:cNvPr id="7" name="Rectangle: Rounded Corners 6">
            <a:extLst>
              <a:ext uri="{FF2B5EF4-FFF2-40B4-BE49-F238E27FC236}">
                <a16:creationId xmlns:a16="http://schemas.microsoft.com/office/drawing/2014/main" id="{EB53CE73-5907-564A-BE73-C325522BCDAC}"/>
              </a:ext>
            </a:extLst>
          </p:cNvPr>
          <p:cNvSpPr/>
          <p:nvPr/>
        </p:nvSpPr>
        <p:spPr>
          <a:xfrm>
            <a:off x="7449266" y="1106905"/>
            <a:ext cx="1526292" cy="1065654"/>
          </a:xfrm>
          <a:prstGeom prst="roundRect">
            <a:avLst/>
          </a:prstGeom>
          <a:solidFill>
            <a:schemeClr val="bg1"/>
          </a:solidFill>
          <a:ln>
            <a:solidFill>
              <a:schemeClr val="bg2"/>
            </a:solid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r>
              <a:rPr lang="en-US" sz="1000" b="1" dirty="0">
                <a:solidFill>
                  <a:schemeClr val="bg2"/>
                </a:solidFill>
                <a:latin typeface="Times New Roman" panose="02020603050405020304" pitchFamily="18" charset="0"/>
                <a:cs typeface="Times New Roman" panose="02020603050405020304" pitchFamily="18" charset="0"/>
              </a:rPr>
              <a:t>Model Evaluation</a:t>
            </a:r>
            <a:br>
              <a:rPr lang="en-US" sz="1000" dirty="0">
                <a:solidFill>
                  <a:schemeClr val="bg2"/>
                </a:solidFill>
                <a:latin typeface="Times New Roman" panose="02020603050405020304" pitchFamily="18" charset="0"/>
                <a:cs typeface="Times New Roman" panose="02020603050405020304" pitchFamily="18" charset="0"/>
              </a:rPr>
            </a:br>
            <a:r>
              <a:rPr lang="en-US" sz="1000" dirty="0">
                <a:solidFill>
                  <a:schemeClr val="bg2"/>
                </a:solidFill>
                <a:latin typeface="Times New Roman" panose="02020603050405020304" pitchFamily="18" charset="0"/>
                <a:cs typeface="Times New Roman" panose="02020603050405020304" pitchFamily="18" charset="0"/>
              </a:rPr>
              <a:t>• Accuracy &amp; </a:t>
            </a:r>
          </a:p>
          <a:p>
            <a:r>
              <a:rPr lang="en-US" sz="1000" dirty="0">
                <a:solidFill>
                  <a:schemeClr val="bg2"/>
                </a:solidFill>
                <a:latin typeface="Times New Roman" panose="02020603050405020304" pitchFamily="18" charset="0"/>
                <a:cs typeface="Times New Roman" panose="02020603050405020304" pitchFamily="18" charset="0"/>
              </a:rPr>
              <a:t>  Confidence</a:t>
            </a:r>
          </a:p>
          <a:p>
            <a:r>
              <a:rPr lang="en-US" sz="1000" dirty="0">
                <a:solidFill>
                  <a:schemeClr val="bg2"/>
                </a:solidFill>
                <a:latin typeface="Times New Roman" panose="02020603050405020304" pitchFamily="18" charset="0"/>
                <a:cs typeface="Times New Roman" panose="02020603050405020304" pitchFamily="18" charset="0"/>
              </a:rPr>
              <a:t>• Threshold Tuning</a:t>
            </a:r>
            <a:endParaRPr lang="en-IN" sz="1000" dirty="0">
              <a:solidFill>
                <a:schemeClr val="bg2"/>
              </a:solidFill>
              <a:latin typeface="Times New Roman" panose="02020603050405020304" pitchFamily="18" charset="0"/>
              <a:cs typeface="Times New Roman" panose="02020603050405020304" pitchFamily="18" charset="0"/>
            </a:endParaRPr>
          </a:p>
        </p:txBody>
      </p:sp>
      <p:sp>
        <p:nvSpPr>
          <p:cNvPr id="9" name="Rectangle: Rounded Corners 8">
            <a:extLst>
              <a:ext uri="{FF2B5EF4-FFF2-40B4-BE49-F238E27FC236}">
                <a16:creationId xmlns:a16="http://schemas.microsoft.com/office/drawing/2014/main" id="{C4206C87-DBBD-B516-D606-9790F1D2408D}"/>
              </a:ext>
            </a:extLst>
          </p:cNvPr>
          <p:cNvSpPr/>
          <p:nvPr/>
        </p:nvSpPr>
        <p:spPr>
          <a:xfrm>
            <a:off x="2877266" y="2901264"/>
            <a:ext cx="1526292" cy="1065654"/>
          </a:xfrm>
          <a:prstGeom prst="roundRect">
            <a:avLst/>
          </a:prstGeom>
          <a:solidFill>
            <a:schemeClr val="bg1"/>
          </a:solidFill>
          <a:ln>
            <a:solidFill>
              <a:schemeClr val="bg2"/>
            </a:solid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r>
              <a:rPr lang="en-US" sz="1000" b="1" dirty="0">
                <a:solidFill>
                  <a:schemeClr val="bg2"/>
                </a:solidFill>
                <a:latin typeface="Times New Roman" panose="02020603050405020304" pitchFamily="18" charset="0"/>
                <a:cs typeface="Times New Roman" panose="02020603050405020304" pitchFamily="18" charset="0"/>
              </a:rPr>
              <a:t>Database</a:t>
            </a:r>
            <a:br>
              <a:rPr lang="en-US" sz="1000" dirty="0">
                <a:solidFill>
                  <a:schemeClr val="bg2"/>
                </a:solidFill>
                <a:latin typeface="Times New Roman" panose="02020603050405020304" pitchFamily="18" charset="0"/>
                <a:cs typeface="Times New Roman" panose="02020603050405020304" pitchFamily="18" charset="0"/>
              </a:rPr>
            </a:br>
            <a:r>
              <a:rPr lang="en-US" sz="1000" dirty="0">
                <a:solidFill>
                  <a:schemeClr val="bg2"/>
                </a:solidFill>
                <a:latin typeface="Times New Roman" panose="02020603050405020304" pitchFamily="18" charset="0"/>
                <a:cs typeface="Times New Roman" panose="02020603050405020304" pitchFamily="18" charset="0"/>
              </a:rPr>
              <a:t>• </a:t>
            </a:r>
            <a:r>
              <a:rPr lang="en-US" sz="1000" dirty="0" err="1">
                <a:solidFill>
                  <a:schemeClr val="bg2"/>
                </a:solidFill>
                <a:latin typeface="Times New Roman" panose="02020603050405020304" pitchFamily="18" charset="0"/>
                <a:cs typeface="Times New Roman" panose="02020603050405020304" pitchFamily="18" charset="0"/>
              </a:rPr>
              <a:t>Supabase</a:t>
            </a:r>
            <a:r>
              <a:rPr lang="en-US" sz="1000" dirty="0">
                <a:solidFill>
                  <a:schemeClr val="bg2"/>
                </a:solidFill>
                <a:latin typeface="Times New Roman" panose="02020603050405020304" pitchFamily="18" charset="0"/>
                <a:cs typeface="Times New Roman" panose="02020603050405020304" pitchFamily="18" charset="0"/>
              </a:rPr>
              <a:t> Cloud DB</a:t>
            </a:r>
            <a:br>
              <a:rPr lang="en-US" sz="1000" dirty="0">
                <a:solidFill>
                  <a:schemeClr val="bg2"/>
                </a:solidFill>
                <a:latin typeface="Times New Roman" panose="02020603050405020304" pitchFamily="18" charset="0"/>
                <a:cs typeface="Times New Roman" panose="02020603050405020304" pitchFamily="18" charset="0"/>
              </a:rPr>
            </a:br>
            <a:r>
              <a:rPr lang="en-US" sz="1000" dirty="0">
                <a:solidFill>
                  <a:schemeClr val="bg2"/>
                </a:solidFill>
                <a:latin typeface="Times New Roman" panose="02020603050405020304" pitchFamily="18" charset="0"/>
                <a:cs typeface="Times New Roman" panose="02020603050405020304" pitchFamily="18" charset="0"/>
              </a:rPr>
              <a:t>• Logging &amp; Audit Trail</a:t>
            </a:r>
            <a:br>
              <a:rPr lang="en-US" sz="1000" dirty="0">
                <a:solidFill>
                  <a:schemeClr val="bg2"/>
                </a:solidFill>
                <a:latin typeface="Times New Roman" panose="02020603050405020304" pitchFamily="18" charset="0"/>
                <a:cs typeface="Times New Roman" panose="02020603050405020304" pitchFamily="18" charset="0"/>
              </a:rPr>
            </a:br>
            <a:endParaRPr lang="en-US" sz="1000" dirty="0">
              <a:solidFill>
                <a:schemeClr val="bg2"/>
              </a:solidFill>
              <a:latin typeface="Times New Roman" panose="02020603050405020304" pitchFamily="18" charset="0"/>
              <a:cs typeface="Times New Roman" panose="02020603050405020304" pitchFamily="18" charset="0"/>
            </a:endParaRPr>
          </a:p>
        </p:txBody>
      </p:sp>
      <p:sp>
        <p:nvSpPr>
          <p:cNvPr id="10" name="Rectangle: Rounded Corners 9">
            <a:extLst>
              <a:ext uri="{FF2B5EF4-FFF2-40B4-BE49-F238E27FC236}">
                <a16:creationId xmlns:a16="http://schemas.microsoft.com/office/drawing/2014/main" id="{5F1345F4-F40C-9C13-EDD3-90D77E5423C0}"/>
              </a:ext>
            </a:extLst>
          </p:cNvPr>
          <p:cNvSpPr/>
          <p:nvPr/>
        </p:nvSpPr>
        <p:spPr>
          <a:xfrm>
            <a:off x="5163266" y="2901264"/>
            <a:ext cx="1526292" cy="1065654"/>
          </a:xfrm>
          <a:prstGeom prst="roundRect">
            <a:avLst/>
          </a:prstGeom>
          <a:solidFill>
            <a:schemeClr val="bg1"/>
          </a:solidFill>
          <a:ln>
            <a:solidFill>
              <a:schemeClr val="bg2"/>
            </a:solid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r>
              <a:rPr lang="en-IN" sz="1000" b="1" dirty="0">
                <a:solidFill>
                  <a:schemeClr val="bg2"/>
                </a:solidFill>
                <a:latin typeface="Times New Roman" panose="02020603050405020304" pitchFamily="18" charset="0"/>
                <a:cs typeface="Times New Roman" panose="02020603050405020304" pitchFamily="18" charset="0"/>
              </a:rPr>
              <a:t>Backend</a:t>
            </a:r>
            <a:br>
              <a:rPr lang="en-IN" sz="1000" dirty="0">
                <a:solidFill>
                  <a:schemeClr val="bg2"/>
                </a:solidFill>
                <a:latin typeface="Times New Roman" panose="02020603050405020304" pitchFamily="18" charset="0"/>
                <a:cs typeface="Times New Roman" panose="02020603050405020304" pitchFamily="18" charset="0"/>
              </a:rPr>
            </a:br>
            <a:r>
              <a:rPr lang="en-IN" sz="1000" dirty="0">
                <a:solidFill>
                  <a:schemeClr val="bg2"/>
                </a:solidFill>
                <a:latin typeface="Times New Roman" panose="02020603050405020304" pitchFamily="18" charset="0"/>
                <a:cs typeface="Times New Roman" panose="02020603050405020304" pitchFamily="18" charset="0"/>
              </a:rPr>
              <a:t>• </a:t>
            </a:r>
            <a:r>
              <a:rPr lang="en-US" sz="1000" dirty="0">
                <a:solidFill>
                  <a:schemeClr val="bg2"/>
                </a:solidFill>
                <a:latin typeface="Times New Roman" panose="02020603050405020304" pitchFamily="18" charset="0"/>
                <a:cs typeface="Times New Roman" panose="02020603050405020304" pitchFamily="18" charset="0"/>
              </a:rPr>
              <a:t>Flask API + Interface</a:t>
            </a:r>
            <a:br>
              <a:rPr lang="en-IN" sz="1000" dirty="0">
                <a:solidFill>
                  <a:schemeClr val="bg2"/>
                </a:solidFill>
                <a:latin typeface="Times New Roman" panose="02020603050405020304" pitchFamily="18" charset="0"/>
                <a:cs typeface="Times New Roman" panose="02020603050405020304" pitchFamily="18" charset="0"/>
              </a:rPr>
            </a:br>
            <a:r>
              <a:rPr lang="en-IN" sz="1000" dirty="0">
                <a:solidFill>
                  <a:schemeClr val="bg2"/>
                </a:solidFill>
                <a:latin typeface="Times New Roman" panose="02020603050405020304" pitchFamily="18" charset="0"/>
                <a:cs typeface="Times New Roman" panose="02020603050405020304" pitchFamily="18" charset="0"/>
              </a:rPr>
              <a:t>• State Management</a:t>
            </a:r>
          </a:p>
        </p:txBody>
      </p:sp>
      <p:sp>
        <p:nvSpPr>
          <p:cNvPr id="11" name="Rectangle: Rounded Corners 10">
            <a:extLst>
              <a:ext uri="{FF2B5EF4-FFF2-40B4-BE49-F238E27FC236}">
                <a16:creationId xmlns:a16="http://schemas.microsoft.com/office/drawing/2014/main" id="{282410B8-6445-DEC7-DC60-7B5B87CC61E5}"/>
              </a:ext>
            </a:extLst>
          </p:cNvPr>
          <p:cNvSpPr/>
          <p:nvPr/>
        </p:nvSpPr>
        <p:spPr>
          <a:xfrm>
            <a:off x="7449266" y="2901264"/>
            <a:ext cx="1526292" cy="1065654"/>
          </a:xfrm>
          <a:prstGeom prst="roundRect">
            <a:avLst/>
          </a:prstGeom>
          <a:solidFill>
            <a:schemeClr val="bg1"/>
          </a:solidFill>
          <a:ln>
            <a:solidFill>
              <a:schemeClr val="bg2"/>
            </a:solid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r>
              <a:rPr lang="en-US" sz="1000" b="1" dirty="0">
                <a:solidFill>
                  <a:schemeClr val="bg2"/>
                </a:solidFill>
                <a:latin typeface="Times New Roman" panose="02020603050405020304" pitchFamily="18" charset="0"/>
                <a:cs typeface="Times New Roman" panose="02020603050405020304" pitchFamily="18" charset="0"/>
              </a:rPr>
              <a:t>Frontend</a:t>
            </a:r>
          </a:p>
          <a:p>
            <a:r>
              <a:rPr lang="en-US" sz="1000" dirty="0">
                <a:solidFill>
                  <a:schemeClr val="bg2"/>
                </a:solidFill>
                <a:latin typeface="Times New Roman" panose="02020603050405020304" pitchFamily="18" charset="0"/>
                <a:cs typeface="Times New Roman" panose="02020603050405020304" pitchFamily="18" charset="0"/>
              </a:rPr>
              <a:t>• </a:t>
            </a:r>
            <a:r>
              <a:rPr lang="en-US" sz="1000" dirty="0" err="1">
                <a:solidFill>
                  <a:schemeClr val="bg2"/>
                </a:solidFill>
                <a:latin typeface="Times New Roman" panose="02020603050405020304" pitchFamily="18" charset="0"/>
                <a:cs typeface="Times New Roman" panose="02020603050405020304" pitchFamily="18" charset="0"/>
              </a:rPr>
              <a:t>MediaPipe</a:t>
            </a:r>
            <a:r>
              <a:rPr lang="en-US" sz="1000" dirty="0">
                <a:solidFill>
                  <a:schemeClr val="bg2"/>
                </a:solidFill>
                <a:latin typeface="Times New Roman" panose="02020603050405020304" pitchFamily="18" charset="0"/>
                <a:cs typeface="Times New Roman" panose="02020603050405020304" pitchFamily="18" charset="0"/>
              </a:rPr>
              <a:t> + </a:t>
            </a:r>
          </a:p>
          <a:p>
            <a:r>
              <a:rPr lang="en-US" sz="1000" dirty="0">
                <a:solidFill>
                  <a:schemeClr val="bg2"/>
                </a:solidFill>
                <a:latin typeface="Times New Roman" panose="02020603050405020304" pitchFamily="18" charset="0"/>
                <a:cs typeface="Times New Roman" panose="02020603050405020304" pitchFamily="18" charset="0"/>
              </a:rPr>
              <a:t>  Dashboard</a:t>
            </a:r>
          </a:p>
          <a:p>
            <a:r>
              <a:rPr lang="en-US" sz="1000" dirty="0">
                <a:solidFill>
                  <a:schemeClr val="bg2"/>
                </a:solidFill>
                <a:latin typeface="Times New Roman" panose="02020603050405020304" pitchFamily="18" charset="0"/>
                <a:cs typeface="Times New Roman" panose="02020603050405020304" pitchFamily="18" charset="0"/>
              </a:rPr>
              <a:t>• Camera + UI Cards</a:t>
            </a:r>
            <a:endParaRPr lang="en-IN" sz="1000" dirty="0">
              <a:solidFill>
                <a:schemeClr val="bg2"/>
              </a:solidFill>
              <a:latin typeface="Times New Roman" panose="02020603050405020304" pitchFamily="18" charset="0"/>
              <a:cs typeface="Times New Roman" panose="02020603050405020304" pitchFamily="18" charset="0"/>
            </a:endParaRPr>
          </a:p>
        </p:txBody>
      </p:sp>
      <p:sp>
        <p:nvSpPr>
          <p:cNvPr id="14" name="Arrow: Right 13">
            <a:extLst>
              <a:ext uri="{FF2B5EF4-FFF2-40B4-BE49-F238E27FC236}">
                <a16:creationId xmlns:a16="http://schemas.microsoft.com/office/drawing/2014/main" id="{E2E5D06C-6C60-F831-CDFF-35F6FF3A8E74}"/>
              </a:ext>
            </a:extLst>
          </p:cNvPr>
          <p:cNvSpPr/>
          <p:nvPr/>
        </p:nvSpPr>
        <p:spPr>
          <a:xfrm>
            <a:off x="4466002" y="1586508"/>
            <a:ext cx="634820" cy="10644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Arrow: Right 15">
            <a:extLst>
              <a:ext uri="{FF2B5EF4-FFF2-40B4-BE49-F238E27FC236}">
                <a16:creationId xmlns:a16="http://schemas.microsoft.com/office/drawing/2014/main" id="{DD91A67A-6A0A-2B07-2EA0-387C13951A2C}"/>
              </a:ext>
            </a:extLst>
          </p:cNvPr>
          <p:cNvSpPr/>
          <p:nvPr/>
        </p:nvSpPr>
        <p:spPr>
          <a:xfrm>
            <a:off x="2183440" y="1591091"/>
            <a:ext cx="634820" cy="10644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Arrow: Right 16">
            <a:extLst>
              <a:ext uri="{FF2B5EF4-FFF2-40B4-BE49-F238E27FC236}">
                <a16:creationId xmlns:a16="http://schemas.microsoft.com/office/drawing/2014/main" id="{93BC7285-CD7A-A0E9-FF63-1BCB93D7E2E4}"/>
              </a:ext>
            </a:extLst>
          </p:cNvPr>
          <p:cNvSpPr/>
          <p:nvPr/>
        </p:nvSpPr>
        <p:spPr>
          <a:xfrm>
            <a:off x="6747764" y="1586508"/>
            <a:ext cx="634820" cy="10644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Arrow: Right 18">
            <a:extLst>
              <a:ext uri="{FF2B5EF4-FFF2-40B4-BE49-F238E27FC236}">
                <a16:creationId xmlns:a16="http://schemas.microsoft.com/office/drawing/2014/main" id="{96564744-F864-6E1D-7734-FBCCB541FF69}"/>
              </a:ext>
            </a:extLst>
          </p:cNvPr>
          <p:cNvSpPr/>
          <p:nvPr/>
        </p:nvSpPr>
        <p:spPr>
          <a:xfrm rot="10800000">
            <a:off x="4466002" y="3380867"/>
            <a:ext cx="634820" cy="10644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0" name="Arrow: Right 19">
            <a:extLst>
              <a:ext uri="{FF2B5EF4-FFF2-40B4-BE49-F238E27FC236}">
                <a16:creationId xmlns:a16="http://schemas.microsoft.com/office/drawing/2014/main" id="{D2490448-4AD4-1E3C-6318-C98D8DAE80DC}"/>
              </a:ext>
            </a:extLst>
          </p:cNvPr>
          <p:cNvSpPr/>
          <p:nvPr/>
        </p:nvSpPr>
        <p:spPr>
          <a:xfrm rot="5400000">
            <a:off x="7855752" y="2499915"/>
            <a:ext cx="709368" cy="9333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Arrow: Right 20">
            <a:extLst>
              <a:ext uri="{FF2B5EF4-FFF2-40B4-BE49-F238E27FC236}">
                <a16:creationId xmlns:a16="http://schemas.microsoft.com/office/drawing/2014/main" id="{BD2B0643-4440-34DE-AAC4-FE8283094621}"/>
              </a:ext>
            </a:extLst>
          </p:cNvPr>
          <p:cNvSpPr/>
          <p:nvPr/>
        </p:nvSpPr>
        <p:spPr>
          <a:xfrm rot="10800000">
            <a:off x="6752002" y="3380867"/>
            <a:ext cx="634820" cy="10644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ectangle: Rounded Corners 2">
            <a:extLst>
              <a:ext uri="{FF2B5EF4-FFF2-40B4-BE49-F238E27FC236}">
                <a16:creationId xmlns:a16="http://schemas.microsoft.com/office/drawing/2014/main" id="{FC7657FD-FE7C-5BD8-FBC7-6C0D37515B45}"/>
              </a:ext>
            </a:extLst>
          </p:cNvPr>
          <p:cNvSpPr/>
          <p:nvPr/>
        </p:nvSpPr>
        <p:spPr>
          <a:xfrm>
            <a:off x="591266" y="2901264"/>
            <a:ext cx="1526292" cy="1065654"/>
          </a:xfrm>
          <a:prstGeom prst="roundRect">
            <a:avLst/>
          </a:prstGeom>
          <a:solidFill>
            <a:schemeClr val="bg1"/>
          </a:solidFill>
          <a:ln>
            <a:solidFill>
              <a:schemeClr val="bg2"/>
            </a:solid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r>
              <a:rPr lang="en-US" sz="1000" b="1" dirty="0">
                <a:solidFill>
                  <a:schemeClr val="bg2"/>
                </a:solidFill>
                <a:latin typeface="Times New Roman" panose="02020603050405020304" pitchFamily="18" charset="0"/>
                <a:cs typeface="Times New Roman" panose="02020603050405020304" pitchFamily="18" charset="0"/>
              </a:rPr>
              <a:t>Integration &amp; End-To- End Testing</a:t>
            </a:r>
            <a:endParaRPr lang="en-US" sz="1000" dirty="0">
              <a:solidFill>
                <a:schemeClr val="bg2"/>
              </a:solidFill>
              <a:latin typeface="Times New Roman" panose="02020603050405020304" pitchFamily="18" charset="0"/>
              <a:cs typeface="Times New Roman" panose="02020603050405020304" pitchFamily="18" charset="0"/>
            </a:endParaRPr>
          </a:p>
        </p:txBody>
      </p:sp>
      <p:sp>
        <p:nvSpPr>
          <p:cNvPr id="4" name="Arrow: Right 3">
            <a:extLst>
              <a:ext uri="{FF2B5EF4-FFF2-40B4-BE49-F238E27FC236}">
                <a16:creationId xmlns:a16="http://schemas.microsoft.com/office/drawing/2014/main" id="{151A49D7-798F-B57E-3036-88BDC3251082}"/>
              </a:ext>
            </a:extLst>
          </p:cNvPr>
          <p:cNvSpPr/>
          <p:nvPr/>
        </p:nvSpPr>
        <p:spPr>
          <a:xfrm rot="10800000">
            <a:off x="2183440" y="3392738"/>
            <a:ext cx="634820" cy="10644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8" name="Google Shape;118;p8"/>
          <p:cNvSpPr txBox="1">
            <a:spLocks noGrp="1"/>
          </p:cNvSpPr>
          <p:nvPr>
            <p:ph type="body" idx="1"/>
          </p:nvPr>
        </p:nvSpPr>
        <p:spPr>
          <a:xfrm>
            <a:off x="295500" y="1270757"/>
            <a:ext cx="8553000" cy="3184366"/>
          </a:xfrm>
          <a:prstGeom prst="rect">
            <a:avLst/>
          </a:prstGeom>
          <a:noFill/>
          <a:ln>
            <a:noFill/>
          </a:ln>
        </p:spPr>
        <p:txBody>
          <a:bodyPr spcFirstLastPara="1" wrap="square" lIns="91425" tIns="91425" rIns="91425" bIns="91425" anchor="t" anchorCtr="0">
            <a:noAutofit/>
          </a:bodyPr>
          <a:lstStyle/>
          <a:p>
            <a:pPr algn="just">
              <a:lnSpc>
                <a:spcPct val="100000"/>
              </a:lnSpc>
              <a:spcBef>
                <a:spcPts val="600"/>
              </a:spcBef>
              <a:buClr>
                <a:schemeClr val="dk2"/>
              </a:buClr>
            </a:pPr>
            <a:r>
              <a:rPr lang="en-US" sz="1800" b="1" dirty="0">
                <a:solidFill>
                  <a:schemeClr val="bg2"/>
                </a:solidFill>
                <a:latin typeface="Times New Roman" panose="02020603050405020304" pitchFamily="18" charset="0"/>
                <a:cs typeface="Times New Roman" panose="02020603050405020304" pitchFamily="18" charset="0"/>
              </a:rPr>
              <a:t>Gesture Data Acquisition</a:t>
            </a:r>
            <a:r>
              <a:rPr lang="en-US" sz="1800" dirty="0">
                <a:solidFill>
                  <a:schemeClr val="bg2"/>
                </a:solidFill>
                <a:latin typeface="Times New Roman" panose="02020603050405020304" pitchFamily="18" charset="0"/>
                <a:cs typeface="Times New Roman" panose="02020603050405020304" pitchFamily="18" charset="0"/>
              </a:rPr>
              <a:t> – Acquire real-time hand gesture data using a camera or upload a gesture image dataset for analysis.</a:t>
            </a:r>
          </a:p>
          <a:p>
            <a:pPr algn="just">
              <a:lnSpc>
                <a:spcPct val="100000"/>
              </a:lnSpc>
              <a:spcBef>
                <a:spcPts val="600"/>
              </a:spcBef>
              <a:buClr>
                <a:schemeClr val="dk2"/>
              </a:buClr>
            </a:pPr>
            <a:r>
              <a:rPr lang="en-US" sz="1800" b="1" dirty="0">
                <a:solidFill>
                  <a:schemeClr val="bg2"/>
                </a:solidFill>
                <a:latin typeface="Times New Roman" panose="02020603050405020304" pitchFamily="18" charset="0"/>
                <a:cs typeface="Times New Roman" panose="02020603050405020304" pitchFamily="18" charset="0"/>
              </a:rPr>
              <a:t>Data Preprocessing</a:t>
            </a:r>
            <a:r>
              <a:rPr lang="en-US" sz="1800" dirty="0">
                <a:solidFill>
                  <a:schemeClr val="bg2"/>
                </a:solidFill>
                <a:latin typeface="Times New Roman" panose="02020603050405020304" pitchFamily="18" charset="0"/>
                <a:cs typeface="Times New Roman" panose="02020603050405020304" pitchFamily="18" charset="0"/>
              </a:rPr>
              <a:t> – Perform image preprocessing including noise reduction, resizing, normalization, and frame segmentation.</a:t>
            </a:r>
          </a:p>
          <a:p>
            <a:pPr algn="just">
              <a:lnSpc>
                <a:spcPct val="100000"/>
              </a:lnSpc>
              <a:spcBef>
                <a:spcPts val="600"/>
              </a:spcBef>
              <a:buClr>
                <a:schemeClr val="dk2"/>
              </a:buClr>
            </a:pPr>
            <a:r>
              <a:rPr lang="en-US" sz="1800" b="1" dirty="0">
                <a:solidFill>
                  <a:schemeClr val="bg2"/>
                </a:solidFill>
                <a:latin typeface="Times New Roman" panose="02020603050405020304" pitchFamily="18" charset="0"/>
                <a:cs typeface="Times New Roman" panose="02020603050405020304" pitchFamily="18" charset="0"/>
              </a:rPr>
              <a:t>Feature Learning</a:t>
            </a:r>
            <a:r>
              <a:rPr lang="en-US" sz="1800" dirty="0">
                <a:solidFill>
                  <a:schemeClr val="bg2"/>
                </a:solidFill>
                <a:latin typeface="Times New Roman" panose="02020603050405020304" pitchFamily="18" charset="0"/>
                <a:cs typeface="Times New Roman" panose="02020603050405020304" pitchFamily="18" charset="0"/>
              </a:rPr>
              <a:t> – Automatically learn spatial features from hand gesture images using a CNN-based deep learning model.</a:t>
            </a:r>
          </a:p>
          <a:p>
            <a:pPr algn="just">
              <a:lnSpc>
                <a:spcPct val="100000"/>
              </a:lnSpc>
              <a:spcBef>
                <a:spcPts val="600"/>
              </a:spcBef>
              <a:buClr>
                <a:schemeClr val="dk2"/>
              </a:buClr>
            </a:pPr>
            <a:r>
              <a:rPr lang="en-US" sz="1800" b="1" dirty="0">
                <a:solidFill>
                  <a:schemeClr val="bg2"/>
                </a:solidFill>
                <a:latin typeface="Times New Roman" panose="02020603050405020304" pitchFamily="18" charset="0"/>
                <a:cs typeface="Times New Roman" panose="02020603050405020304" pitchFamily="18" charset="0"/>
              </a:rPr>
              <a:t>Deep Learning Classification</a:t>
            </a:r>
            <a:r>
              <a:rPr lang="en-US" sz="1800" dirty="0">
                <a:solidFill>
                  <a:schemeClr val="bg2"/>
                </a:solidFill>
                <a:latin typeface="Times New Roman" panose="02020603050405020304" pitchFamily="18" charset="0"/>
                <a:cs typeface="Times New Roman" panose="02020603050405020304" pitchFamily="18" charset="0"/>
              </a:rPr>
              <a:t> – Train and validate the CNN model to classify predefined hand gestures accurately.</a:t>
            </a:r>
          </a:p>
          <a:p>
            <a:pPr algn="just">
              <a:lnSpc>
                <a:spcPct val="100000"/>
              </a:lnSpc>
              <a:spcBef>
                <a:spcPts val="600"/>
              </a:spcBef>
              <a:buClr>
                <a:schemeClr val="dk2"/>
              </a:buClr>
            </a:pPr>
            <a:r>
              <a:rPr lang="en-US" sz="1800" b="1" dirty="0">
                <a:solidFill>
                  <a:schemeClr val="bg2"/>
                </a:solidFill>
                <a:latin typeface="Times New Roman" panose="02020603050405020304" pitchFamily="18" charset="0"/>
                <a:cs typeface="Times New Roman" panose="02020603050405020304" pitchFamily="18" charset="0"/>
              </a:rPr>
              <a:t>Smart Home Control &amp; Visualization</a:t>
            </a:r>
            <a:r>
              <a:rPr lang="en-US" sz="1800" dirty="0">
                <a:solidFill>
                  <a:schemeClr val="bg2"/>
                </a:solidFill>
                <a:latin typeface="Times New Roman" panose="02020603050405020304" pitchFamily="18" charset="0"/>
                <a:cs typeface="Times New Roman" panose="02020603050405020304" pitchFamily="18" charset="0"/>
              </a:rPr>
              <a:t> – Generate control commands based on model prediction, execute appliance actions, and visualize system status on the software interface.</a:t>
            </a:r>
          </a:p>
        </p:txBody>
      </p:sp>
      <p:sp>
        <p:nvSpPr>
          <p:cNvPr id="116" name="Google Shape;116;p8"/>
          <p:cNvSpPr txBox="1">
            <a:spLocks noGrp="1"/>
          </p:cNvSpPr>
          <p:nvPr>
            <p:ph type="sldNum" idx="12"/>
          </p:nvPr>
        </p:nvSpPr>
        <p:spPr>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n">
                <a:latin typeface="Times New Roman"/>
                <a:ea typeface="Times New Roman"/>
                <a:cs typeface="Times New Roman"/>
                <a:sym typeface="Times New Roman"/>
              </a:rPr>
              <a:t>7</a:t>
            </a:fld>
            <a:endParaRPr dirty="0">
              <a:latin typeface="Times New Roman"/>
              <a:ea typeface="Times New Roman"/>
              <a:cs typeface="Times New Roman"/>
              <a:sym typeface="Times New Roman"/>
            </a:endParaRPr>
          </a:p>
        </p:txBody>
      </p:sp>
      <p:sp>
        <p:nvSpPr>
          <p:cNvPr id="117" name="Google Shape;117;p8"/>
          <p:cNvSpPr/>
          <p:nvPr/>
        </p:nvSpPr>
        <p:spPr>
          <a:xfrm>
            <a:off x="120090" y="161016"/>
            <a:ext cx="3725700" cy="523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2800" b="1" i="0" u="none" strike="noStrike" cap="none" dirty="0">
                <a:solidFill>
                  <a:srgbClr val="000000"/>
                </a:solidFill>
                <a:latin typeface="Times New Roman"/>
                <a:ea typeface="Times New Roman"/>
                <a:cs typeface="Times New Roman"/>
                <a:sym typeface="Times New Roman"/>
              </a:rPr>
              <a:t>Methodology</a:t>
            </a: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5">
          <a:extLst>
            <a:ext uri="{FF2B5EF4-FFF2-40B4-BE49-F238E27FC236}">
              <a16:creationId xmlns:a16="http://schemas.microsoft.com/office/drawing/2014/main" id="{EC0C2EA4-21E2-C40D-FA14-22FD8C39C6BA}"/>
            </a:ext>
          </a:extLst>
        </p:cNvPr>
        <p:cNvGrpSpPr/>
        <p:nvPr/>
      </p:nvGrpSpPr>
      <p:grpSpPr>
        <a:xfrm>
          <a:off x="0" y="0"/>
          <a:ext cx="0" cy="0"/>
          <a:chOff x="0" y="0"/>
          <a:chExt cx="0" cy="0"/>
        </a:xfrm>
      </p:grpSpPr>
      <p:sp>
        <p:nvSpPr>
          <p:cNvPr id="118" name="Google Shape;118;p8">
            <a:extLst>
              <a:ext uri="{FF2B5EF4-FFF2-40B4-BE49-F238E27FC236}">
                <a16:creationId xmlns:a16="http://schemas.microsoft.com/office/drawing/2014/main" id="{DFE3E73F-3807-F274-487D-74A09BA1E659}"/>
              </a:ext>
            </a:extLst>
          </p:cNvPr>
          <p:cNvSpPr txBox="1">
            <a:spLocks noGrp="1"/>
          </p:cNvSpPr>
          <p:nvPr>
            <p:ph type="body" idx="1"/>
          </p:nvPr>
        </p:nvSpPr>
        <p:spPr>
          <a:xfrm>
            <a:off x="295500" y="1236023"/>
            <a:ext cx="8553000" cy="3459600"/>
          </a:xfrm>
          <a:prstGeom prst="rect">
            <a:avLst/>
          </a:prstGeom>
          <a:noFill/>
          <a:ln>
            <a:noFill/>
          </a:ln>
        </p:spPr>
        <p:txBody>
          <a:bodyPr spcFirstLastPara="1" wrap="square" lIns="91425" tIns="91425" rIns="91425" bIns="91425" anchor="t" anchorCtr="0">
            <a:noAutofit/>
          </a:bodyPr>
          <a:lstStyle/>
          <a:p>
            <a:pPr lvl="0" algn="just">
              <a:spcBef>
                <a:spcPts val="600"/>
              </a:spcBef>
              <a:buClr>
                <a:schemeClr val="dk2"/>
              </a:buClr>
            </a:pPr>
            <a:r>
              <a:rPr lang="en-US" sz="1800" dirty="0">
                <a:solidFill>
                  <a:schemeClr val="bg2"/>
                </a:solidFill>
                <a:latin typeface="Times New Roman" panose="02020603050405020304" pitchFamily="18" charset="0"/>
                <a:cs typeface="Times New Roman" panose="02020603050405020304" pitchFamily="18" charset="0"/>
              </a:rPr>
              <a:t>Successful recognition of predefined hand gestures with high accuracy using an AI-based software system.</a:t>
            </a:r>
          </a:p>
          <a:p>
            <a:pPr lvl="0" algn="just">
              <a:spcBef>
                <a:spcPts val="600"/>
              </a:spcBef>
              <a:buClr>
                <a:schemeClr val="dk2"/>
              </a:buClr>
            </a:pPr>
            <a:r>
              <a:rPr lang="en-US" sz="1800" dirty="0">
                <a:solidFill>
                  <a:schemeClr val="bg2"/>
                </a:solidFill>
                <a:latin typeface="Times New Roman" panose="02020603050405020304" pitchFamily="18" charset="0"/>
                <a:cs typeface="Times New Roman" panose="02020603050405020304" pitchFamily="18" charset="0"/>
              </a:rPr>
              <a:t>Efficient and touch-free control of smart home applications through gesture commands.</a:t>
            </a:r>
          </a:p>
          <a:p>
            <a:pPr lvl="0" algn="just">
              <a:spcBef>
                <a:spcPts val="600"/>
              </a:spcBef>
              <a:buClr>
                <a:schemeClr val="dk2"/>
              </a:buClr>
            </a:pPr>
            <a:r>
              <a:rPr lang="en-US" sz="1800" dirty="0">
                <a:solidFill>
                  <a:schemeClr val="bg2"/>
                </a:solidFill>
                <a:latin typeface="Times New Roman" panose="02020603050405020304" pitchFamily="18" charset="0"/>
                <a:cs typeface="Times New Roman" panose="02020603050405020304" pitchFamily="18" charset="0"/>
              </a:rPr>
              <a:t>Improved independence and convenience for bedridden and disabled individuals.</a:t>
            </a:r>
          </a:p>
          <a:p>
            <a:pPr lvl="0" algn="just">
              <a:spcBef>
                <a:spcPts val="600"/>
              </a:spcBef>
              <a:buClr>
                <a:schemeClr val="dk2"/>
              </a:buClr>
            </a:pPr>
            <a:r>
              <a:rPr lang="en-US" sz="1800" dirty="0">
                <a:solidFill>
                  <a:schemeClr val="bg2"/>
                </a:solidFill>
                <a:latin typeface="Times New Roman" panose="02020603050405020304" pitchFamily="18" charset="0"/>
                <a:cs typeface="Times New Roman" panose="02020603050405020304" pitchFamily="18" charset="0"/>
              </a:rPr>
              <a:t>Reduced dependency on caregivers for performing basic household tasks.</a:t>
            </a:r>
          </a:p>
          <a:p>
            <a:pPr lvl="0" algn="just">
              <a:spcBef>
                <a:spcPts val="600"/>
              </a:spcBef>
              <a:buClr>
                <a:schemeClr val="dk2"/>
              </a:buClr>
            </a:pPr>
            <a:r>
              <a:rPr lang="en-US" sz="1800" dirty="0">
                <a:solidFill>
                  <a:schemeClr val="bg2"/>
                </a:solidFill>
                <a:latin typeface="Times New Roman" panose="02020603050405020304" pitchFamily="18" charset="0"/>
                <a:cs typeface="Times New Roman" panose="02020603050405020304" pitchFamily="18" charset="0"/>
              </a:rPr>
              <a:t>Reliable and user-friendly system performance in real-time environments.</a:t>
            </a:r>
            <a:endParaRPr sz="1800" dirty="0">
              <a:solidFill>
                <a:schemeClr val="bg2"/>
              </a:solidFill>
              <a:latin typeface="Times New Roman" panose="02020603050405020304" pitchFamily="18" charset="0"/>
              <a:cs typeface="Times New Roman" panose="02020603050405020304" pitchFamily="18" charset="0"/>
            </a:endParaRPr>
          </a:p>
        </p:txBody>
      </p:sp>
      <p:sp>
        <p:nvSpPr>
          <p:cNvPr id="116" name="Google Shape;116;p8">
            <a:extLst>
              <a:ext uri="{FF2B5EF4-FFF2-40B4-BE49-F238E27FC236}">
                <a16:creationId xmlns:a16="http://schemas.microsoft.com/office/drawing/2014/main" id="{2894FB70-1643-E5B6-A9D1-DE8A60F0920A}"/>
              </a:ext>
            </a:extLst>
          </p:cNvPr>
          <p:cNvSpPr txBox="1">
            <a:spLocks noGrp="1"/>
          </p:cNvSpPr>
          <p:nvPr>
            <p:ph type="sldNum" idx="12"/>
          </p:nvPr>
        </p:nvSpPr>
        <p:spPr>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n">
                <a:latin typeface="Times New Roman"/>
                <a:ea typeface="Times New Roman"/>
                <a:cs typeface="Times New Roman"/>
                <a:sym typeface="Times New Roman"/>
              </a:rPr>
              <a:t>8</a:t>
            </a:fld>
            <a:endParaRPr dirty="0">
              <a:latin typeface="Times New Roman"/>
              <a:ea typeface="Times New Roman"/>
              <a:cs typeface="Times New Roman"/>
              <a:sym typeface="Times New Roman"/>
            </a:endParaRPr>
          </a:p>
        </p:txBody>
      </p:sp>
      <p:sp>
        <p:nvSpPr>
          <p:cNvPr id="117" name="Google Shape;117;p8">
            <a:extLst>
              <a:ext uri="{FF2B5EF4-FFF2-40B4-BE49-F238E27FC236}">
                <a16:creationId xmlns:a16="http://schemas.microsoft.com/office/drawing/2014/main" id="{19FFD8B0-9289-A95A-B3AF-78F3F1CEA8BA}"/>
              </a:ext>
            </a:extLst>
          </p:cNvPr>
          <p:cNvSpPr/>
          <p:nvPr/>
        </p:nvSpPr>
        <p:spPr>
          <a:xfrm>
            <a:off x="120090" y="161016"/>
            <a:ext cx="3725700" cy="523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2800" b="1" i="0" u="none" strike="noStrike" cap="none" dirty="0">
                <a:solidFill>
                  <a:srgbClr val="000000"/>
                </a:solidFill>
                <a:latin typeface="Times New Roman"/>
                <a:ea typeface="Times New Roman"/>
                <a:cs typeface="Times New Roman"/>
                <a:sym typeface="Times New Roman"/>
              </a:rPr>
              <a:t>Expected Outcome</a:t>
            </a:r>
            <a:endParaRPr dirty="0"/>
          </a:p>
        </p:txBody>
      </p:sp>
    </p:spTree>
    <p:extLst>
      <p:ext uri="{BB962C8B-B14F-4D97-AF65-F5344CB8AC3E}">
        <p14:creationId xmlns:p14="http://schemas.microsoft.com/office/powerpoint/2010/main" val="40923373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11"/>
          <p:cNvSpPr txBox="1">
            <a:spLocks noGrp="1"/>
          </p:cNvSpPr>
          <p:nvPr>
            <p:ph type="body" idx="1"/>
          </p:nvPr>
        </p:nvSpPr>
        <p:spPr>
          <a:xfrm>
            <a:off x="244891" y="1216650"/>
            <a:ext cx="8553000" cy="2710200"/>
          </a:xfrm>
          <a:prstGeom prst="rect">
            <a:avLst/>
          </a:prstGeom>
          <a:noFill/>
          <a:ln>
            <a:noFill/>
          </a:ln>
        </p:spPr>
        <p:txBody>
          <a:bodyPr spcFirstLastPara="1" wrap="square" lIns="91425" tIns="91425" rIns="91425" bIns="91425" anchor="t" anchorCtr="0">
            <a:noAutofit/>
          </a:bodyPr>
          <a:lstStyle/>
          <a:p>
            <a:pPr lvl="0" algn="just">
              <a:buClr>
                <a:schemeClr val="dk2"/>
              </a:buClr>
            </a:pPr>
            <a:r>
              <a:rPr lang="en-US" sz="1800" dirty="0">
                <a:solidFill>
                  <a:schemeClr val="bg2"/>
                </a:solidFill>
                <a:latin typeface="Times New Roman" panose="02020603050405020304" pitchFamily="18" charset="0"/>
                <a:cs typeface="Times New Roman" panose="02020603050405020304" pitchFamily="18" charset="0"/>
              </a:rPr>
              <a:t>The project focuses on the design and implementation of a software-based gesture recognition system.</a:t>
            </a:r>
          </a:p>
          <a:p>
            <a:pPr lvl="0" algn="just">
              <a:buClr>
                <a:schemeClr val="dk2"/>
              </a:buClr>
            </a:pPr>
            <a:r>
              <a:rPr lang="en-US" sz="1800" dirty="0">
                <a:solidFill>
                  <a:schemeClr val="bg2"/>
                </a:solidFill>
                <a:latin typeface="Times New Roman" panose="02020603050405020304" pitchFamily="18" charset="0"/>
                <a:cs typeface="Times New Roman" panose="02020603050405020304" pitchFamily="18" charset="0"/>
              </a:rPr>
              <a:t>It includes real-time image processing.</a:t>
            </a:r>
          </a:p>
          <a:p>
            <a:pPr lvl="0" algn="just">
              <a:buClr>
                <a:schemeClr val="dk2"/>
              </a:buClr>
            </a:pPr>
            <a:r>
              <a:rPr lang="en-US" sz="1800" dirty="0">
                <a:solidFill>
                  <a:schemeClr val="bg2"/>
                </a:solidFill>
                <a:latin typeface="Times New Roman" panose="02020603050405020304" pitchFamily="18" charset="0"/>
                <a:cs typeface="Times New Roman" panose="02020603050405020304" pitchFamily="18" charset="0"/>
              </a:rPr>
              <a:t>The system is limited to a predefined set of hand gestures for controlling smart home functions.</a:t>
            </a:r>
          </a:p>
          <a:p>
            <a:pPr lvl="0" algn="just">
              <a:buClr>
                <a:schemeClr val="dk2"/>
              </a:buClr>
            </a:pPr>
            <a:r>
              <a:rPr lang="en-US" sz="1800" dirty="0">
                <a:solidFill>
                  <a:schemeClr val="bg2"/>
                </a:solidFill>
                <a:latin typeface="Times New Roman" panose="02020603050405020304" pitchFamily="18" charset="0"/>
                <a:cs typeface="Times New Roman" panose="02020603050405020304" pitchFamily="18" charset="0"/>
              </a:rPr>
              <a:t>Future enhancement includes Smart Care Monitoring for medication tracking and missed-dose alerts.</a:t>
            </a:r>
            <a:endParaRPr sz="1800" dirty="0">
              <a:solidFill>
                <a:schemeClr val="bg2"/>
              </a:solidFill>
              <a:latin typeface="Times New Roman" panose="02020603050405020304" pitchFamily="18" charset="0"/>
              <a:ea typeface="Times New Roman"/>
              <a:cs typeface="Times New Roman" panose="02020603050405020304" pitchFamily="18" charset="0"/>
              <a:sym typeface="Times New Roman"/>
            </a:endParaRPr>
          </a:p>
        </p:txBody>
      </p:sp>
      <p:sp>
        <p:nvSpPr>
          <p:cNvPr id="147" name="Google Shape;147;p11"/>
          <p:cNvSpPr txBox="1">
            <a:spLocks noGrp="1"/>
          </p:cNvSpPr>
          <p:nvPr>
            <p:ph type="sldNum" idx="12"/>
          </p:nvPr>
        </p:nvSpPr>
        <p:spPr>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n"/>
              <a:t>9</a:t>
            </a:fld>
            <a:endParaRPr dirty="0"/>
          </a:p>
        </p:txBody>
      </p:sp>
      <p:sp>
        <p:nvSpPr>
          <p:cNvPr id="148" name="Google Shape;148;p11"/>
          <p:cNvSpPr/>
          <p:nvPr/>
        </p:nvSpPr>
        <p:spPr>
          <a:xfrm>
            <a:off x="238720" y="138982"/>
            <a:ext cx="4437358"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IN" sz="2800" b="1" dirty="0">
                <a:latin typeface="Times New Roman"/>
                <a:ea typeface="Times New Roman"/>
                <a:cs typeface="Times New Roman"/>
                <a:sym typeface="Times New Roman"/>
              </a:rPr>
              <a:t>Scope of the Work</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12"/>
          <p:cNvSpPr txBox="1">
            <a:spLocks noGrp="1"/>
          </p:cNvSpPr>
          <p:nvPr>
            <p:ph type="body" idx="1"/>
          </p:nvPr>
        </p:nvSpPr>
        <p:spPr>
          <a:xfrm>
            <a:off x="244891" y="1311804"/>
            <a:ext cx="8553000" cy="2710200"/>
          </a:xfrm>
          <a:prstGeom prst="rect">
            <a:avLst/>
          </a:prstGeom>
          <a:noFill/>
          <a:ln>
            <a:noFill/>
          </a:ln>
        </p:spPr>
        <p:txBody>
          <a:bodyPr spcFirstLastPara="1" wrap="square" lIns="91425" tIns="91425" rIns="91425" bIns="91425" anchor="t" anchorCtr="0">
            <a:noAutofit/>
          </a:bodyPr>
          <a:lstStyle/>
          <a:p>
            <a:pPr lvl="0" algn="just">
              <a:buClr>
                <a:schemeClr val="dk2"/>
              </a:buClr>
            </a:pPr>
            <a:r>
              <a:rPr lang="en-US" sz="1800" dirty="0">
                <a:solidFill>
                  <a:schemeClr val="bg2"/>
                </a:solidFill>
                <a:latin typeface="Times New Roman" panose="02020603050405020304" pitchFamily="18" charset="0"/>
                <a:cs typeface="Times New Roman" panose="02020603050405020304" pitchFamily="18" charset="0"/>
              </a:rPr>
              <a:t>The project successfully demonstrates an intelligent, software-based gesture-driven smart home automation system.</a:t>
            </a:r>
          </a:p>
          <a:p>
            <a:pPr lvl="0" algn="just">
              <a:buClr>
                <a:schemeClr val="dk2"/>
              </a:buClr>
            </a:pPr>
            <a:r>
              <a:rPr lang="en-US" sz="1800" dirty="0">
                <a:solidFill>
                  <a:schemeClr val="bg2"/>
                </a:solidFill>
                <a:latin typeface="Times New Roman" panose="02020603050405020304" pitchFamily="18" charset="0"/>
                <a:cs typeface="Times New Roman" panose="02020603050405020304" pitchFamily="18" charset="0"/>
              </a:rPr>
              <a:t>The proposed solution provides a touch-free and user-friendly interaction method for bedridden and disabled individuals.</a:t>
            </a:r>
          </a:p>
          <a:p>
            <a:pPr lvl="0" algn="just">
              <a:buClr>
                <a:schemeClr val="dk2"/>
              </a:buClr>
            </a:pPr>
            <a:r>
              <a:rPr lang="en-US" sz="1800" dirty="0">
                <a:solidFill>
                  <a:schemeClr val="bg2"/>
                </a:solidFill>
                <a:latin typeface="Times New Roman" panose="02020603050405020304" pitchFamily="18" charset="0"/>
                <a:cs typeface="Times New Roman" panose="02020603050405020304" pitchFamily="18" charset="0"/>
              </a:rPr>
              <a:t>The system enhances independence and reduces dependency on others for daily activities.</a:t>
            </a:r>
          </a:p>
          <a:p>
            <a:pPr marL="457200" lvl="0" indent="-228600" algn="just" rtl="0">
              <a:lnSpc>
                <a:spcPct val="115000"/>
              </a:lnSpc>
              <a:spcBef>
                <a:spcPts val="0"/>
              </a:spcBef>
              <a:spcAft>
                <a:spcPts val="0"/>
              </a:spcAft>
              <a:buClr>
                <a:schemeClr val="dk2"/>
              </a:buClr>
              <a:buSzPts val="1400"/>
              <a:buNone/>
            </a:pPr>
            <a:endParaRPr sz="1800" dirty="0">
              <a:solidFill>
                <a:schemeClr val="bg2"/>
              </a:solidFill>
              <a:latin typeface="Times New Roman" panose="02020603050405020304" pitchFamily="18" charset="0"/>
              <a:ea typeface="Times New Roman"/>
              <a:cs typeface="Times New Roman" panose="02020603050405020304" pitchFamily="18" charset="0"/>
              <a:sym typeface="Times New Roman"/>
            </a:endParaRPr>
          </a:p>
        </p:txBody>
      </p:sp>
      <p:sp>
        <p:nvSpPr>
          <p:cNvPr id="168" name="Google Shape;168;p12"/>
          <p:cNvSpPr txBox="1">
            <a:spLocks noGrp="1"/>
          </p:cNvSpPr>
          <p:nvPr>
            <p:ph type="sldNum" idx="12"/>
          </p:nvPr>
        </p:nvSpPr>
        <p:spPr>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n"/>
              <a:t>10</a:t>
            </a:fld>
            <a:endParaRPr dirty="0"/>
          </a:p>
        </p:txBody>
      </p:sp>
      <p:sp>
        <p:nvSpPr>
          <p:cNvPr id="169" name="Google Shape;169;p12"/>
          <p:cNvSpPr/>
          <p:nvPr/>
        </p:nvSpPr>
        <p:spPr>
          <a:xfrm>
            <a:off x="244891" y="145837"/>
            <a:ext cx="1901483"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2800" b="1" i="0" u="none" strike="noStrike" cap="none">
                <a:solidFill>
                  <a:srgbClr val="000000"/>
                </a:solidFill>
                <a:latin typeface="Times New Roman"/>
                <a:ea typeface="Times New Roman"/>
                <a:cs typeface="Times New Roman"/>
                <a:sym typeface="Times New Roman"/>
              </a:rPr>
              <a:t>Conclusion</a:t>
            </a:r>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3" name="Google Shape;183;p14"/>
          <p:cNvSpPr txBox="1">
            <a:spLocks noGrp="1"/>
          </p:cNvSpPr>
          <p:nvPr>
            <p:ph type="sldNum" idx="12"/>
          </p:nvPr>
        </p:nvSpPr>
        <p:spPr>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n"/>
              <a:t>11</a:t>
            </a:fld>
            <a:endParaRPr dirty="0"/>
          </a:p>
        </p:txBody>
      </p:sp>
      <p:sp>
        <p:nvSpPr>
          <p:cNvPr id="182" name="Google Shape;182;p14"/>
          <p:cNvSpPr txBox="1">
            <a:spLocks noGrp="1"/>
          </p:cNvSpPr>
          <p:nvPr>
            <p:ph type="title" idx="4294967295"/>
          </p:nvPr>
        </p:nvSpPr>
        <p:spPr>
          <a:xfrm>
            <a:off x="1674812" y="2190750"/>
            <a:ext cx="5794375" cy="7620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3200"/>
              <a:buNone/>
            </a:pPr>
            <a:r>
              <a:rPr lang="en" sz="4000" b="1" dirty="0">
                <a:solidFill>
                  <a:schemeClr val="bg1"/>
                </a:solidFill>
                <a:latin typeface="Times New Roman"/>
                <a:ea typeface="Times New Roman"/>
                <a:cs typeface="Times New Roman"/>
                <a:sym typeface="Times New Roman"/>
              </a:rPr>
              <a:t>Thank You</a:t>
            </a:r>
            <a:endParaRPr sz="4000" b="1" dirty="0">
              <a:solidFill>
                <a:schemeClr val="bg1"/>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name="Material">
  <a:themeElements>
    <a:clrScheme name="Custom 15">
      <a:dk1>
        <a:srgbClr val="0AA4E9"/>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3798</TotalTime>
  <Words>610</Words>
  <Application>Microsoft Office PowerPoint</Application>
  <PresentationFormat>On-screen Show (16:9)</PresentationFormat>
  <Paragraphs>80</Paragraphs>
  <Slides>11</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Tw Cen MT Condensed Extra Bold</vt:lpstr>
      <vt:lpstr>Roboto</vt:lpstr>
      <vt:lpstr>Times New Roman</vt:lpstr>
      <vt:lpstr>Arial</vt:lpstr>
      <vt:lpstr>Material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SHAMYA SHETTY</dc:creator>
  <cp:lastModifiedBy>nishith dharmaraj</cp:lastModifiedBy>
  <cp:revision>35</cp:revision>
  <dcterms:modified xsi:type="dcterms:W3CDTF">2026-03-28T18:43:00Z</dcterms:modified>
</cp:coreProperties>
</file>